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</p:sldMasterIdLst>
  <p:sldIdLst>
    <p:sldId id="262" r:id="rId2"/>
    <p:sldId id="263" r:id="rId3"/>
    <p:sldId id="265" r:id="rId4"/>
    <p:sldId id="266" r:id="rId5"/>
    <p:sldId id="259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3270"/>
    <a:srgbClr val="FFFF66"/>
    <a:srgbClr val="4285F4"/>
    <a:srgbClr val="DB4437"/>
    <a:srgbClr val="F4B400"/>
    <a:srgbClr val="0F9D58"/>
    <a:srgbClr val="DDA147"/>
    <a:srgbClr val="B54C2D"/>
    <a:srgbClr val="B66952"/>
    <a:srgbClr val="B56D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7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C13AB6D-DEA2-4CBB-AC69-1EF1A6AD1512}">
      <dgm:prSet/>
      <dgm:spPr/>
      <dgm:t>
        <a:bodyPr/>
        <a:lstStyle/>
        <a:p>
          <a:pPr>
            <a:defRPr cap="all"/>
          </a:pPr>
          <a:r>
            <a:rPr lang="en-US" dirty="0"/>
            <a:t>Lorem ipsum dolor sit amet, consectetuer adipiscing elit. Maecenas</a:t>
          </a:r>
        </a:p>
      </dgm:t>
    </dgm:pt>
    <dgm:pt modelId="{2C752582-D9FF-4E04-A92F-827DB4BB5C48}" type="parTrans" cxnId="{4B888393-351D-4489-90C9-5A68061AB236}">
      <dgm:prSet/>
      <dgm:spPr/>
      <dgm:t>
        <a:bodyPr/>
        <a:lstStyle/>
        <a:p>
          <a:endParaRPr lang="en-US"/>
        </a:p>
      </dgm:t>
    </dgm:pt>
    <dgm:pt modelId="{9C64CC83-643C-4E12-8F97-BC19DC031190}" type="sibTrans" cxnId="{4B888393-351D-4489-90C9-5A68061AB236}">
      <dgm:prSet phldrT="01" phldr="0"/>
      <dgm:spPr/>
      <dgm:t>
        <a:bodyPr/>
        <a:lstStyle/>
        <a:p>
          <a:r>
            <a:rPr lang="en-US" dirty="0"/>
            <a:t>01</a:t>
          </a:r>
        </a:p>
      </dgm:t>
    </dgm:pt>
    <dgm:pt modelId="{53742231-981F-480A-940F-203EC2F7423F}">
      <dgm:prSet/>
      <dgm:spPr/>
      <dgm:t>
        <a:bodyPr/>
        <a:lstStyle/>
        <a:p>
          <a:pPr>
            <a:defRPr cap="all"/>
          </a:pPr>
          <a:r>
            <a:rPr lang="en-US"/>
            <a:t>Nunc </a:t>
          </a:r>
          <a:r>
            <a:rPr lang="en-US" err="1"/>
            <a:t>viverra</a:t>
          </a:r>
          <a:r>
            <a:rPr lang="en-US"/>
            <a:t> </a:t>
          </a:r>
          <a:r>
            <a:rPr lang="en-US" err="1"/>
            <a:t>imperdiet</a:t>
          </a:r>
          <a:r>
            <a:rPr lang="en-US"/>
            <a:t> </a:t>
          </a:r>
          <a:r>
            <a:rPr lang="en-US" err="1"/>
            <a:t>enim</a:t>
          </a:r>
          <a:r>
            <a:rPr lang="en-US"/>
            <a:t>. </a:t>
          </a:r>
          <a:r>
            <a:rPr lang="en-US" err="1"/>
            <a:t>Fusce</a:t>
          </a:r>
          <a:r>
            <a:rPr lang="en-US"/>
            <a:t> est. </a:t>
          </a:r>
          <a:r>
            <a:rPr lang="en-US" err="1"/>
            <a:t>Vivamus</a:t>
          </a:r>
          <a:r>
            <a:rPr lang="en-US"/>
            <a:t> a </a:t>
          </a:r>
          <a:r>
            <a:rPr lang="en-US" err="1"/>
            <a:t>tellus</a:t>
          </a:r>
          <a:r>
            <a:rPr lang="en-US"/>
            <a:t>.</a:t>
          </a:r>
        </a:p>
      </dgm:t>
    </dgm:pt>
    <dgm:pt modelId="{2FC75195-FBA1-43DE-85DD-40B4B3A2F1F3}" type="parTrans" cxnId="{F226B1C2-5D99-403A-8240-EAD6BD4D8534}">
      <dgm:prSet/>
      <dgm:spPr/>
      <dgm:t>
        <a:bodyPr/>
        <a:lstStyle/>
        <a:p>
          <a:endParaRPr lang="en-US"/>
        </a:p>
      </dgm:t>
    </dgm:pt>
    <dgm:pt modelId="{EF449C32-A7AE-4099-9E9B-9E2F736A89CE}" type="sibTrans" cxnId="{F226B1C2-5D99-403A-8240-EAD6BD4D853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EF41CC5-EF3B-4A6D-8229-3F1333EADFB3}">
      <dgm:prSet/>
      <dgm:spPr/>
      <dgm:t>
        <a:bodyPr/>
        <a:lstStyle/>
        <a:p>
          <a:pPr>
            <a:defRPr cap="all"/>
          </a:pPr>
          <a:r>
            <a:rPr lang="en-US" err="1"/>
            <a:t>Pellentesque</a:t>
          </a:r>
          <a:r>
            <a:rPr lang="en-US"/>
            <a:t> habitant </a:t>
          </a:r>
          <a:r>
            <a:rPr lang="en-US" err="1"/>
            <a:t>morbi</a:t>
          </a:r>
          <a:r>
            <a:rPr lang="en-US"/>
            <a:t> </a:t>
          </a:r>
          <a:r>
            <a:rPr lang="en-US" err="1"/>
            <a:t>tristique</a:t>
          </a:r>
          <a:r>
            <a:rPr lang="en-US"/>
            <a:t> </a:t>
          </a:r>
          <a:r>
            <a:rPr lang="en-US" err="1"/>
            <a:t>senectus</a:t>
          </a:r>
          <a:r>
            <a:rPr lang="en-US"/>
            <a:t> et </a:t>
          </a:r>
          <a:r>
            <a:rPr lang="en-US" err="1"/>
            <a:t>netus</a:t>
          </a:r>
          <a:r>
            <a:rPr lang="en-US"/>
            <a:t> et </a:t>
          </a:r>
          <a:r>
            <a:rPr lang="en-US" err="1"/>
            <a:t>malesuada</a:t>
          </a:r>
          <a:r>
            <a:rPr lang="en-US"/>
            <a:t> fames.</a:t>
          </a:r>
        </a:p>
      </dgm:t>
    </dgm:pt>
    <dgm:pt modelId="{DAEF1C7D-B0C5-46FA-BED3-8A54E918D3E0}" type="parTrans" cxnId="{E476EEBC-7C9F-4E07-BD58-1044B9769B64}">
      <dgm:prSet/>
      <dgm:spPr/>
      <dgm:t>
        <a:bodyPr/>
        <a:lstStyle/>
        <a:p>
          <a:endParaRPr lang="en-US"/>
        </a:p>
      </dgm:t>
    </dgm:pt>
    <dgm:pt modelId="{98E6DD7C-B953-4119-9F64-9914E467ECBF}" type="sibTrans" cxnId="{E476EEBC-7C9F-4E07-BD58-1044B9769B6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3"/>
      <dgm:spPr/>
    </dgm:pt>
    <dgm:pt modelId="{BBA91679-4684-4A04-8AEB-03038C78A75C}" type="pres">
      <dgm:prSet presAssocID="{9C64CC83-643C-4E12-8F97-BC19DC03119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3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3"/>
      <dgm:spPr/>
    </dgm:pt>
    <dgm:pt modelId="{975C752B-C37A-4BA6-A3AE-2202A141404A}" type="pres">
      <dgm:prSet presAssocID="{EF449C32-A7AE-4099-9E9B-9E2F736A89CE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3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3"/>
      <dgm:spPr/>
    </dgm:pt>
    <dgm:pt modelId="{E20811D6-E5D4-4C9E-AABF-9E0E1902CA2C}" type="pres">
      <dgm:prSet presAssocID="{98E6DD7C-B953-4119-9F64-9914E467ECB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821" y="179348"/>
          <a:ext cx="3327201" cy="39926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/>
            <a:t>Lorem ipsum dolor sit amet, consectetuer adipiscing elit. Maecenas</a:t>
          </a:r>
        </a:p>
      </dsp:txBody>
      <dsp:txXfrm>
        <a:off x="821" y="1776404"/>
        <a:ext cx="3327201" cy="2395585"/>
      </dsp:txXfrm>
    </dsp:sp>
    <dsp:sp modelId="{BBA91679-4684-4A04-8AEB-03038C78A75C}">
      <dsp:nvSpPr>
        <dsp:cNvPr id="0" name=""/>
        <dsp:cNvSpPr/>
      </dsp:nvSpPr>
      <dsp:spPr>
        <a:xfrm>
          <a:off x="821" y="179348"/>
          <a:ext cx="3327201" cy="159705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 dirty="0"/>
            <a:t>01</a:t>
          </a:r>
        </a:p>
      </dsp:txBody>
      <dsp:txXfrm>
        <a:off x="821" y="179348"/>
        <a:ext cx="3327201" cy="1597056"/>
      </dsp:txXfrm>
    </dsp:sp>
    <dsp:sp modelId="{00AE7F27-0E5D-4AFB-ACD6-B5A19E79EA42}">
      <dsp:nvSpPr>
        <dsp:cNvPr id="0" name=""/>
        <dsp:cNvSpPr/>
      </dsp:nvSpPr>
      <dsp:spPr>
        <a:xfrm>
          <a:off x="3594199" y="179348"/>
          <a:ext cx="3327201" cy="399264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Nunc </a:t>
          </a:r>
          <a:r>
            <a:rPr lang="en-US" sz="2400" kern="1200" err="1"/>
            <a:t>viverra</a:t>
          </a:r>
          <a:r>
            <a:rPr lang="en-US" sz="2400" kern="1200"/>
            <a:t> </a:t>
          </a:r>
          <a:r>
            <a:rPr lang="en-US" sz="2400" kern="1200" err="1"/>
            <a:t>imperdiet</a:t>
          </a:r>
          <a:r>
            <a:rPr lang="en-US" sz="2400" kern="1200"/>
            <a:t> </a:t>
          </a:r>
          <a:r>
            <a:rPr lang="en-US" sz="2400" kern="1200" err="1"/>
            <a:t>enim</a:t>
          </a:r>
          <a:r>
            <a:rPr lang="en-US" sz="2400" kern="1200"/>
            <a:t>. </a:t>
          </a:r>
          <a:r>
            <a:rPr lang="en-US" sz="2400" kern="1200" err="1"/>
            <a:t>Fusce</a:t>
          </a:r>
          <a:r>
            <a:rPr lang="en-US" sz="2400" kern="1200"/>
            <a:t> est. </a:t>
          </a:r>
          <a:r>
            <a:rPr lang="en-US" sz="2400" kern="1200" err="1"/>
            <a:t>Vivamus</a:t>
          </a:r>
          <a:r>
            <a:rPr lang="en-US" sz="2400" kern="1200"/>
            <a:t> a </a:t>
          </a:r>
          <a:r>
            <a:rPr lang="en-US" sz="2400" kern="1200" err="1"/>
            <a:t>tellus</a:t>
          </a:r>
          <a:r>
            <a:rPr lang="en-US" sz="2400" kern="1200"/>
            <a:t>.</a:t>
          </a:r>
        </a:p>
      </dsp:txBody>
      <dsp:txXfrm>
        <a:off x="3594199" y="1776404"/>
        <a:ext cx="3327201" cy="2395585"/>
      </dsp:txXfrm>
    </dsp:sp>
    <dsp:sp modelId="{975C752B-C37A-4BA6-A3AE-2202A141404A}">
      <dsp:nvSpPr>
        <dsp:cNvPr id="0" name=""/>
        <dsp:cNvSpPr/>
      </dsp:nvSpPr>
      <dsp:spPr>
        <a:xfrm>
          <a:off x="3594199" y="179348"/>
          <a:ext cx="3327201" cy="159705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594199" y="179348"/>
        <a:ext cx="3327201" cy="1597056"/>
      </dsp:txXfrm>
    </dsp:sp>
    <dsp:sp modelId="{CAD62F17-E99D-4FEF-B376-961CA4CB20EB}">
      <dsp:nvSpPr>
        <dsp:cNvPr id="0" name=""/>
        <dsp:cNvSpPr/>
      </dsp:nvSpPr>
      <dsp:spPr>
        <a:xfrm>
          <a:off x="7187576" y="179348"/>
          <a:ext cx="3327201" cy="399264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err="1"/>
            <a:t>Pellentesque</a:t>
          </a:r>
          <a:r>
            <a:rPr lang="en-US" sz="2400" kern="1200"/>
            <a:t> habitant </a:t>
          </a:r>
          <a:r>
            <a:rPr lang="en-US" sz="2400" kern="1200" err="1"/>
            <a:t>morbi</a:t>
          </a:r>
          <a:r>
            <a:rPr lang="en-US" sz="2400" kern="1200"/>
            <a:t> </a:t>
          </a:r>
          <a:r>
            <a:rPr lang="en-US" sz="2400" kern="1200" err="1"/>
            <a:t>tristique</a:t>
          </a:r>
          <a:r>
            <a:rPr lang="en-US" sz="2400" kern="1200"/>
            <a:t> </a:t>
          </a:r>
          <a:r>
            <a:rPr lang="en-US" sz="2400" kern="1200" err="1"/>
            <a:t>senectus</a:t>
          </a:r>
          <a:r>
            <a:rPr lang="en-US" sz="2400" kern="1200"/>
            <a:t> et </a:t>
          </a:r>
          <a:r>
            <a:rPr lang="en-US" sz="2400" kern="1200" err="1"/>
            <a:t>netus</a:t>
          </a:r>
          <a:r>
            <a:rPr lang="en-US" sz="2400" kern="1200"/>
            <a:t> et </a:t>
          </a:r>
          <a:r>
            <a:rPr lang="en-US" sz="2400" kern="1200" err="1"/>
            <a:t>malesuada</a:t>
          </a:r>
          <a:r>
            <a:rPr lang="en-US" sz="2400" kern="1200"/>
            <a:t> fames.</a:t>
          </a:r>
        </a:p>
      </dsp:txBody>
      <dsp:txXfrm>
        <a:off x="7187576" y="1776404"/>
        <a:ext cx="3327201" cy="2395585"/>
      </dsp:txXfrm>
    </dsp:sp>
    <dsp:sp modelId="{E20811D6-E5D4-4C9E-AABF-9E0E1902CA2C}">
      <dsp:nvSpPr>
        <dsp:cNvPr id="0" name=""/>
        <dsp:cNvSpPr/>
      </dsp:nvSpPr>
      <dsp:spPr>
        <a:xfrm>
          <a:off x="7187576" y="179348"/>
          <a:ext cx="3327201" cy="159705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187576" y="179348"/>
        <a:ext cx="3327201" cy="15970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C2D2C-8423-CC8F-94BF-10BD20FB7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B0AF99-3D3D-380B-5221-7FEF32BD76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BE17E-48AA-DE50-75BD-7DA92E20C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2838F-8FD8-271E-10BB-F6A24AD3C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1A9D5-FE29-2338-A6ED-ABBECBEE7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609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3198A-FDB8-B516-62B3-6CC4D12AB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3B2B3-C416-16D6-631B-A0CE95FCE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11C73-FEB1-39E6-B4AF-414A0AD37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410FF-DA04-56AB-8B9B-468FF2081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7594B-8962-DDC7-DE36-E7F9A6D9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744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2E140-0C0C-7F34-F2B3-559F5113F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2217A-7CAF-19B4-B2F0-C56C6746B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190DF-54D4-9104-AEC2-ADADCE95B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A1C57-2496-CC6F-3BD7-CF93B602D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52C21-C130-F5A4-36A7-ABB31900B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609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6E819-6A9F-7199-8AB2-4371CDBC6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C7A-5F9F-5A28-1AC7-0BA7C20EBF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BAE4BA-811D-8747-F345-E18328C2A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7AA49-D576-470B-F3DE-5508A0C0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40257-0C34-D7C1-3620-8AE89FA7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C0E94-7C09-EB88-754B-993C173CC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810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A8ED7-3EAD-4D9A-AA15-4AC5DC07C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B65AA-1882-8814-D9A7-D26BA0196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7520BB-32B9-14B8-B9D9-7E40AC8AD4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316B34-3AA4-B5D0-89DD-077D009C75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0AC25C-EB0A-4C33-6612-4F98B49EF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3D9A2E-71A8-63B6-950C-F3485CB89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F21ECC-411E-F01C-CCA4-E21293935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327DC1-8766-910A-C1E5-005D0FD2F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717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92615-DFAC-83A5-EF30-09F0E46FF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DB8CF5-E6A1-310A-8DCA-2865B8D41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11ECAD-6B16-CD0E-5280-7D0B6B95F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954E4-E3E1-5F5A-D84B-CF2621782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820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61E9E9-0090-0A22-572F-7D7F7B77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F0097A-35B0-5664-D14B-9A2C3E3B6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D34BB-4FBA-2D95-574E-9633B58C8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069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BDF24-6058-0CAE-DEC0-DFF4544B9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F0FAB-8248-DAC5-AE9B-128FFB711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B2687-055C-9F31-C4D2-CCD15454E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75420-FF70-98FA-4093-8C4D86510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F2402-7A62-DE9B-B30C-7DF2C21B9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3D0B5F-E800-5180-5484-F6F022FB2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725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19C32-3881-DFD0-2906-EFE6676CD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B4D1D8-FB20-E363-14EE-6273ADDB1C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DC4ABB-523F-F38F-B32B-238C4F155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CAEE3-066D-7C7B-C20C-6BE0E0431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50289-130D-0AFB-F007-86ECFE5F5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75F8E-471A-D8A9-EB6A-09FBF9786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655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EC10E-12AC-B6EE-E42C-26A6A82C7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9208BC-E68C-1923-0A09-99C7833E7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53CE1-6495-5C2D-634E-313B7DDC2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0CAC6-DC81-23E0-ABDC-C9B61049A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553A2-8CB5-C7C8-5235-F17A17424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421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15ECCA-4872-C671-B439-289CFE12E3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CA6B9B-9A56-A2DC-16A2-76A81FFDD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93F52-62E3-7C31-0DD0-A042D13FA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3ED62-0268-C5C1-44AD-A2E7A818F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7F76D-FF16-F3F4-8833-B44A5FD08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358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71C628-9F30-9E16-9856-E2CE1B279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E5817-06FE-D186-56FB-17B2B59F4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52FD7-AF12-8FB3-3611-30C664EDE3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6/29/2025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05C34-737A-8955-E7BB-6C8A150D1E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4F2BB-2784-E58D-A18E-ABE9BA53D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397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7DBAAD0-0E7E-C5E0-A390-DEC8D8DC47AC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9023F55-AD93-4697-6D17-128C30965C6D}"/>
              </a:ext>
            </a:extLst>
          </p:cNvPr>
          <p:cNvSpPr/>
          <p:nvPr/>
        </p:nvSpPr>
        <p:spPr>
          <a:xfrm>
            <a:off x="3548149" y="906087"/>
            <a:ext cx="5095702" cy="5095702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B348C88-169D-E50E-9446-648C2CCB8E7C}"/>
              </a:ext>
            </a:extLst>
          </p:cNvPr>
          <p:cNvSpPr/>
          <p:nvPr/>
        </p:nvSpPr>
        <p:spPr>
          <a:xfrm rot="20511044">
            <a:off x="5592177" y="393172"/>
            <a:ext cx="3041380" cy="2601931"/>
          </a:xfrm>
          <a:custGeom>
            <a:avLst/>
            <a:gdLst>
              <a:gd name="connsiteX0" fmla="*/ 1428451 w 2878803"/>
              <a:gd name="connsiteY0" fmla="*/ 0 h 2462845"/>
              <a:gd name="connsiteX1" fmla="*/ 1437904 w 2878803"/>
              <a:gd name="connsiteY1" fmla="*/ 4781 h 2462845"/>
              <a:gd name="connsiteX2" fmla="*/ 2871752 w 2878803"/>
              <a:gd name="connsiteY2" fmla="*/ 2256123 h 2462845"/>
              <a:gd name="connsiteX3" fmla="*/ 2878803 w 2878803"/>
              <a:gd name="connsiteY3" fmla="*/ 2462845 h 2462845"/>
              <a:gd name="connsiteX4" fmla="*/ 0 w 2878803"/>
              <a:gd name="connsiteY4" fmla="*/ 2462845 h 2462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78803" h="2462845">
                <a:moveTo>
                  <a:pt x="1428451" y="0"/>
                </a:moveTo>
                <a:lnTo>
                  <a:pt x="1437904" y="4781"/>
                </a:lnTo>
                <a:cubicBezTo>
                  <a:pt x="2265127" y="476889"/>
                  <a:pt x="2794213" y="1328348"/>
                  <a:pt x="2871752" y="2256123"/>
                </a:cubicBezTo>
                <a:lnTo>
                  <a:pt x="2878803" y="2462845"/>
                </a:lnTo>
                <a:lnTo>
                  <a:pt x="0" y="2462845"/>
                </a:lnTo>
                <a:close/>
              </a:path>
            </a:pathLst>
          </a:custGeom>
          <a:solidFill>
            <a:srgbClr val="4285F4"/>
          </a:solidFill>
          <a:ln w="57150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026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7DBAAD0-0E7E-C5E0-A390-DEC8D8DC47AC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C46BE7D-9F02-B425-7D31-7142307B027E}"/>
              </a:ext>
            </a:extLst>
          </p:cNvPr>
          <p:cNvSpPr/>
          <p:nvPr/>
        </p:nvSpPr>
        <p:spPr>
          <a:xfrm>
            <a:off x="1836822" y="585535"/>
            <a:ext cx="2919663" cy="5646821"/>
          </a:xfrm>
          <a:prstGeom prst="roundRect">
            <a:avLst>
              <a:gd name="adj" fmla="val 8700"/>
            </a:avLst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480BB57-4F2E-1B48-4DD9-364C52BBBF86}"/>
              </a:ext>
            </a:extLst>
          </p:cNvPr>
          <p:cNvSpPr/>
          <p:nvPr/>
        </p:nvSpPr>
        <p:spPr>
          <a:xfrm>
            <a:off x="1846587" y="585535"/>
            <a:ext cx="2909898" cy="1186115"/>
          </a:xfrm>
          <a:custGeom>
            <a:avLst/>
            <a:gdLst>
              <a:gd name="connsiteX0" fmla="*/ 254011 w 2909898"/>
              <a:gd name="connsiteY0" fmla="*/ 0 h 1090867"/>
              <a:gd name="connsiteX1" fmla="*/ 2665652 w 2909898"/>
              <a:gd name="connsiteY1" fmla="*/ 0 h 1090867"/>
              <a:gd name="connsiteX2" fmla="*/ 2899702 w 2909898"/>
              <a:gd name="connsiteY2" fmla="*/ 155139 h 1090867"/>
              <a:gd name="connsiteX3" fmla="*/ 2909898 w 2909898"/>
              <a:gd name="connsiteY3" fmla="*/ 187986 h 1090867"/>
              <a:gd name="connsiteX4" fmla="*/ 2909898 w 2909898"/>
              <a:gd name="connsiteY4" fmla="*/ 1090867 h 1090867"/>
              <a:gd name="connsiteX5" fmla="*/ 0 w 2909898"/>
              <a:gd name="connsiteY5" fmla="*/ 1090867 h 1090867"/>
              <a:gd name="connsiteX6" fmla="*/ 0 w 2909898"/>
              <a:gd name="connsiteY6" fmla="*/ 254011 h 1090867"/>
              <a:gd name="connsiteX7" fmla="*/ 254011 w 2909898"/>
              <a:gd name="connsiteY7" fmla="*/ 0 h 1090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09898" h="1090867">
                <a:moveTo>
                  <a:pt x="254011" y="0"/>
                </a:moveTo>
                <a:lnTo>
                  <a:pt x="2665652" y="0"/>
                </a:lnTo>
                <a:cubicBezTo>
                  <a:pt x="2770867" y="0"/>
                  <a:pt x="2861141" y="63970"/>
                  <a:pt x="2899702" y="155139"/>
                </a:cubicBezTo>
                <a:lnTo>
                  <a:pt x="2909898" y="187986"/>
                </a:lnTo>
                <a:lnTo>
                  <a:pt x="2909898" y="1090867"/>
                </a:lnTo>
                <a:lnTo>
                  <a:pt x="0" y="1090867"/>
                </a:lnTo>
                <a:lnTo>
                  <a:pt x="0" y="254011"/>
                </a:lnTo>
                <a:cubicBezTo>
                  <a:pt x="0" y="113725"/>
                  <a:pt x="113725" y="0"/>
                  <a:pt x="254011" y="0"/>
                </a:cubicBezTo>
                <a:close/>
              </a:path>
            </a:pathLst>
          </a:custGeom>
          <a:solidFill>
            <a:srgbClr val="FFFF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BEA4E20-B71F-0760-8781-D8449D148AB1}"/>
              </a:ext>
            </a:extLst>
          </p:cNvPr>
          <p:cNvSpPr/>
          <p:nvPr/>
        </p:nvSpPr>
        <p:spPr>
          <a:xfrm>
            <a:off x="3240506" y="681791"/>
            <a:ext cx="136358" cy="13635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12E3E2A-9761-EB88-1D17-B0287B934CF5}"/>
              </a:ext>
            </a:extLst>
          </p:cNvPr>
          <p:cNvSpPr/>
          <p:nvPr/>
        </p:nvSpPr>
        <p:spPr>
          <a:xfrm>
            <a:off x="7555833" y="609598"/>
            <a:ext cx="2919663" cy="5646821"/>
          </a:xfrm>
          <a:prstGeom prst="roundRect">
            <a:avLst>
              <a:gd name="adj" fmla="val 8700"/>
            </a:avLst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reeform: Shape 13" descr="Person wearing mask">
            <a:extLst>
              <a:ext uri="{FF2B5EF4-FFF2-40B4-BE49-F238E27FC236}">
                <a16:creationId xmlns:a16="http://schemas.microsoft.com/office/drawing/2014/main" id="{D7371684-9AF1-1C03-0652-937B27685DE6}"/>
              </a:ext>
            </a:extLst>
          </p:cNvPr>
          <p:cNvSpPr/>
          <p:nvPr/>
        </p:nvSpPr>
        <p:spPr>
          <a:xfrm>
            <a:off x="7574883" y="628649"/>
            <a:ext cx="1902492" cy="1954402"/>
          </a:xfrm>
          <a:custGeom>
            <a:avLst/>
            <a:gdLst>
              <a:gd name="connsiteX0" fmla="*/ 254011 w 1580147"/>
              <a:gd name="connsiteY0" fmla="*/ 0 h 1623262"/>
              <a:gd name="connsiteX1" fmla="*/ 1461449 w 1580147"/>
              <a:gd name="connsiteY1" fmla="*/ 0 h 1623262"/>
              <a:gd name="connsiteX2" fmla="*/ 1491900 w 1580147"/>
              <a:gd name="connsiteY2" fmla="*/ 63212 h 1623262"/>
              <a:gd name="connsiteX3" fmla="*/ 1580147 w 1580147"/>
              <a:gd name="connsiteY3" fmla="*/ 500314 h 1623262"/>
              <a:gd name="connsiteX4" fmla="*/ 457199 w 1580147"/>
              <a:gd name="connsiteY4" fmla="*/ 1623262 h 1623262"/>
              <a:gd name="connsiteX5" fmla="*/ 20097 w 1580147"/>
              <a:gd name="connsiteY5" fmla="*/ 1535015 h 1623262"/>
              <a:gd name="connsiteX6" fmla="*/ 0 w 1580147"/>
              <a:gd name="connsiteY6" fmla="*/ 1524107 h 1623262"/>
              <a:gd name="connsiteX7" fmla="*/ 0 w 1580147"/>
              <a:gd name="connsiteY7" fmla="*/ 254011 h 1623262"/>
              <a:gd name="connsiteX8" fmla="*/ 254011 w 1580147"/>
              <a:gd name="connsiteY8" fmla="*/ 0 h 1623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80147" h="1623262">
                <a:moveTo>
                  <a:pt x="254011" y="0"/>
                </a:moveTo>
                <a:lnTo>
                  <a:pt x="1461449" y="0"/>
                </a:lnTo>
                <a:lnTo>
                  <a:pt x="1491900" y="63212"/>
                </a:lnTo>
                <a:cubicBezTo>
                  <a:pt x="1548724" y="197560"/>
                  <a:pt x="1580147" y="345267"/>
                  <a:pt x="1580147" y="500314"/>
                </a:cubicBezTo>
                <a:cubicBezTo>
                  <a:pt x="1580147" y="1120501"/>
                  <a:pt x="1077386" y="1623262"/>
                  <a:pt x="457199" y="1623262"/>
                </a:cubicBezTo>
                <a:cubicBezTo>
                  <a:pt x="302153" y="1623262"/>
                  <a:pt x="154445" y="1591840"/>
                  <a:pt x="20097" y="1535015"/>
                </a:cubicBezTo>
                <a:lnTo>
                  <a:pt x="0" y="1524107"/>
                </a:lnTo>
                <a:lnTo>
                  <a:pt x="0" y="254011"/>
                </a:lnTo>
                <a:cubicBezTo>
                  <a:pt x="0" y="113725"/>
                  <a:pt x="113725" y="0"/>
                  <a:pt x="254011" y="0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DD325BA-9BA7-DC34-8479-E7189A24F8A3}"/>
              </a:ext>
            </a:extLst>
          </p:cNvPr>
          <p:cNvSpPr/>
          <p:nvPr/>
        </p:nvSpPr>
        <p:spPr>
          <a:xfrm>
            <a:off x="8959517" y="681791"/>
            <a:ext cx="136358" cy="13635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 descr="Person wearing mask">
            <a:extLst>
              <a:ext uri="{FF2B5EF4-FFF2-40B4-BE49-F238E27FC236}">
                <a16:creationId xmlns:a16="http://schemas.microsoft.com/office/drawing/2014/main" id="{E684FC33-8716-9E53-ACF7-27B640C7F2A3}"/>
              </a:ext>
            </a:extLst>
          </p:cNvPr>
          <p:cNvSpPr/>
          <p:nvPr/>
        </p:nvSpPr>
        <p:spPr>
          <a:xfrm>
            <a:off x="2109536" y="978568"/>
            <a:ext cx="320843" cy="320843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 descr="Person wearing mask">
            <a:extLst>
              <a:ext uri="{FF2B5EF4-FFF2-40B4-BE49-F238E27FC236}">
                <a16:creationId xmlns:a16="http://schemas.microsoft.com/office/drawing/2014/main" id="{7ED0860D-C3A8-AF00-0663-519394029E2B}"/>
              </a:ext>
            </a:extLst>
          </p:cNvPr>
          <p:cNvSpPr/>
          <p:nvPr/>
        </p:nvSpPr>
        <p:spPr>
          <a:xfrm>
            <a:off x="7647573" y="781552"/>
            <a:ext cx="730918" cy="73091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 descr="Person wearing mask">
            <a:extLst>
              <a:ext uri="{FF2B5EF4-FFF2-40B4-BE49-F238E27FC236}">
                <a16:creationId xmlns:a16="http://schemas.microsoft.com/office/drawing/2014/main" id="{A9B1A5FA-258B-9260-E5AC-5AAFEF8308D4}"/>
              </a:ext>
            </a:extLst>
          </p:cNvPr>
          <p:cNvSpPr/>
          <p:nvPr/>
        </p:nvSpPr>
        <p:spPr>
          <a:xfrm>
            <a:off x="7812505" y="946484"/>
            <a:ext cx="401054" cy="401054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C660A59-C683-9AD3-D63E-D5071D75CDCC}"/>
              </a:ext>
            </a:extLst>
          </p:cNvPr>
          <p:cNvSpPr/>
          <p:nvPr/>
        </p:nvSpPr>
        <p:spPr>
          <a:xfrm rot="4446441">
            <a:off x="8080812" y="861761"/>
            <a:ext cx="1649089" cy="1738482"/>
          </a:xfrm>
          <a:custGeom>
            <a:avLst/>
            <a:gdLst>
              <a:gd name="connsiteX0" fmla="*/ 0 w 1572658"/>
              <a:gd name="connsiteY0" fmla="*/ 1095400 h 1591675"/>
              <a:gd name="connsiteX1" fmla="*/ 635332 w 1572658"/>
              <a:gd name="connsiteY1" fmla="*/ 0 h 1591675"/>
              <a:gd name="connsiteX2" fmla="*/ 641441 w 1572658"/>
              <a:gd name="connsiteY2" fmla="*/ 3090 h 1591675"/>
              <a:gd name="connsiteX3" fmla="*/ 1568101 w 1572658"/>
              <a:gd name="connsiteY3" fmla="*/ 1458075 h 1591675"/>
              <a:gd name="connsiteX4" fmla="*/ 1572658 w 1572658"/>
              <a:gd name="connsiteY4" fmla="*/ 1591675 h 1591675"/>
              <a:gd name="connsiteX5" fmla="*/ 319843 w 1572658"/>
              <a:gd name="connsiteY5" fmla="*/ 1591675 h 1591675"/>
              <a:gd name="connsiteX6" fmla="*/ 332495 w 1572658"/>
              <a:gd name="connsiteY6" fmla="*/ 1559799 h 1591675"/>
              <a:gd name="connsiteX7" fmla="*/ 81081 w 1572658"/>
              <a:gd name="connsiteY7" fmla="*/ 1108234 h 1591675"/>
              <a:gd name="connsiteX8" fmla="*/ 8211 w 1572658"/>
              <a:gd name="connsiteY8" fmla="*/ 1095206 h 1591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72658" h="1591675">
                <a:moveTo>
                  <a:pt x="0" y="1095400"/>
                </a:moveTo>
                <a:lnTo>
                  <a:pt x="635332" y="0"/>
                </a:lnTo>
                <a:lnTo>
                  <a:pt x="641441" y="3090"/>
                </a:lnTo>
                <a:cubicBezTo>
                  <a:pt x="1176055" y="308202"/>
                  <a:pt x="1517990" y="858478"/>
                  <a:pt x="1568101" y="1458075"/>
                </a:cubicBezTo>
                <a:lnTo>
                  <a:pt x="1572658" y="1591675"/>
                </a:lnTo>
                <a:lnTo>
                  <a:pt x="319843" y="1591675"/>
                </a:lnTo>
                <a:lnTo>
                  <a:pt x="332495" y="1559799"/>
                </a:lnTo>
                <a:cubicBezTo>
                  <a:pt x="387766" y="1365677"/>
                  <a:pt x="275203" y="1163504"/>
                  <a:pt x="81081" y="1108234"/>
                </a:cubicBezTo>
                <a:cubicBezTo>
                  <a:pt x="56816" y="1101325"/>
                  <a:pt x="32425" y="1097038"/>
                  <a:pt x="8211" y="1095206"/>
                </a:cubicBezTo>
                <a:close/>
              </a:path>
            </a:pathLst>
          </a:custGeom>
          <a:solidFill>
            <a:srgbClr val="4285F4"/>
          </a:solidFill>
          <a:ln w="57150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2BB897-D621-D20A-2786-5E9BA156E83D}"/>
              </a:ext>
            </a:extLst>
          </p:cNvPr>
          <p:cNvSpPr txBox="1"/>
          <p:nvPr/>
        </p:nvSpPr>
        <p:spPr>
          <a:xfrm>
            <a:off x="8270710" y="5229225"/>
            <a:ext cx="1914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/>
              <a:t>Settings</a:t>
            </a:r>
            <a:endParaRPr lang="en-IN" i="1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6828855-F568-D0BF-A3B9-4E6C89748B36}"/>
              </a:ext>
            </a:extLst>
          </p:cNvPr>
          <p:cNvCxnSpPr/>
          <p:nvPr/>
        </p:nvCxnSpPr>
        <p:spPr>
          <a:xfrm flipH="1">
            <a:off x="8397541" y="5124450"/>
            <a:ext cx="17039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7BC4DE2-3331-FC4A-22C9-E0DDA845B499}"/>
              </a:ext>
            </a:extLst>
          </p:cNvPr>
          <p:cNvSpPr txBox="1"/>
          <p:nvPr/>
        </p:nvSpPr>
        <p:spPr>
          <a:xfrm>
            <a:off x="8270710" y="4581525"/>
            <a:ext cx="1914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/>
              <a:t>Lends</a:t>
            </a:r>
            <a:endParaRPr lang="en-IN" i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25E235-9B8D-8D36-A9DD-703F40221539}"/>
              </a:ext>
            </a:extLst>
          </p:cNvPr>
          <p:cNvSpPr txBox="1"/>
          <p:nvPr/>
        </p:nvSpPr>
        <p:spPr>
          <a:xfrm>
            <a:off x="8270710" y="4159806"/>
            <a:ext cx="1914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/>
              <a:t>Borrows</a:t>
            </a:r>
            <a:endParaRPr lang="en-IN" i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41E531-8320-2F1C-5D62-435DE0B54183}"/>
              </a:ext>
            </a:extLst>
          </p:cNvPr>
          <p:cNvSpPr txBox="1"/>
          <p:nvPr/>
        </p:nvSpPr>
        <p:spPr>
          <a:xfrm>
            <a:off x="8270710" y="3738087"/>
            <a:ext cx="1914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 err="1"/>
              <a:t>Outstandings</a:t>
            </a:r>
            <a:endParaRPr lang="en-IN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73E187-A552-428D-2698-0B677A1389DE}"/>
              </a:ext>
            </a:extLst>
          </p:cNvPr>
          <p:cNvSpPr txBox="1"/>
          <p:nvPr/>
        </p:nvSpPr>
        <p:spPr>
          <a:xfrm>
            <a:off x="8292215" y="3316368"/>
            <a:ext cx="1914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/>
              <a:t>All Groups</a:t>
            </a:r>
            <a:endParaRPr lang="en-IN" i="1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2D548C4-4EBE-9C93-9CA6-964BCB5E25ED}"/>
              </a:ext>
            </a:extLst>
          </p:cNvPr>
          <p:cNvSpPr/>
          <p:nvPr/>
        </p:nvSpPr>
        <p:spPr>
          <a:xfrm>
            <a:off x="2681976" y="5535396"/>
            <a:ext cx="1229353" cy="312537"/>
          </a:xfrm>
          <a:prstGeom prst="roundRect">
            <a:avLst>
              <a:gd name="adj" fmla="val 34703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D33CC08-6D36-14AB-4C95-6BD44396FB61}"/>
              </a:ext>
            </a:extLst>
          </p:cNvPr>
          <p:cNvSpPr/>
          <p:nvPr/>
        </p:nvSpPr>
        <p:spPr>
          <a:xfrm>
            <a:off x="3028369" y="5432764"/>
            <a:ext cx="543506" cy="517802"/>
          </a:xfrm>
          <a:prstGeom prst="roundRect">
            <a:avLst>
              <a:gd name="adj" fmla="val 25436"/>
            </a:avLst>
          </a:prstGeom>
          <a:solidFill>
            <a:srgbClr val="4285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B74283-34D5-660F-EF2F-05287B62F112}"/>
              </a:ext>
            </a:extLst>
          </p:cNvPr>
          <p:cNvSpPr txBox="1"/>
          <p:nvPr/>
        </p:nvSpPr>
        <p:spPr>
          <a:xfrm>
            <a:off x="2977448" y="946484"/>
            <a:ext cx="15917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i="1" dirty="0"/>
              <a:t>Welcome,</a:t>
            </a:r>
          </a:p>
          <a:p>
            <a:pPr algn="r"/>
            <a:r>
              <a:rPr lang="en-US" sz="1600" i="1" dirty="0"/>
              <a:t>Shantanu Pawar</a:t>
            </a:r>
            <a:endParaRPr lang="en-IN" sz="1600" i="1" dirty="0"/>
          </a:p>
        </p:txBody>
      </p:sp>
      <p:sp>
        <p:nvSpPr>
          <p:cNvPr id="32" name="Oval 31" descr="Person wearing mask">
            <a:extLst>
              <a:ext uri="{FF2B5EF4-FFF2-40B4-BE49-F238E27FC236}">
                <a16:creationId xmlns:a16="http://schemas.microsoft.com/office/drawing/2014/main" id="{D5ED4452-1EFF-1DA2-D40D-33E59BE99428}"/>
              </a:ext>
            </a:extLst>
          </p:cNvPr>
          <p:cNvSpPr/>
          <p:nvPr/>
        </p:nvSpPr>
        <p:spPr>
          <a:xfrm>
            <a:off x="4174989" y="5527090"/>
            <a:ext cx="320843" cy="3208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5A67D2-70A8-AB7A-D6B5-D47269518109}"/>
              </a:ext>
            </a:extLst>
          </p:cNvPr>
          <p:cNvSpPr txBox="1"/>
          <p:nvPr/>
        </p:nvSpPr>
        <p:spPr>
          <a:xfrm>
            <a:off x="4882017" y="5549011"/>
            <a:ext cx="7196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Activity</a:t>
            </a:r>
            <a:endParaRPr lang="en-IN" sz="1200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8A00BE-A1B9-DF25-5789-A90162056202}"/>
              </a:ext>
            </a:extLst>
          </p:cNvPr>
          <p:cNvSpPr txBox="1"/>
          <p:nvPr/>
        </p:nvSpPr>
        <p:spPr>
          <a:xfrm>
            <a:off x="2109536" y="6301054"/>
            <a:ext cx="2386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Add Expense - Scan QR - Search</a:t>
            </a:r>
            <a:endParaRPr lang="en-IN" sz="1200" dirty="0">
              <a:solidFill>
                <a:srgbClr val="FF0000"/>
              </a:solidFill>
            </a:endParaRPr>
          </a:p>
        </p:txBody>
      </p:sp>
      <p:sp>
        <p:nvSpPr>
          <p:cNvPr id="35" name="Oval 34" descr="Person wearing mask">
            <a:extLst>
              <a:ext uri="{FF2B5EF4-FFF2-40B4-BE49-F238E27FC236}">
                <a16:creationId xmlns:a16="http://schemas.microsoft.com/office/drawing/2014/main" id="{C6C355A0-7AA3-1DCF-9E4B-979B08CDA50D}"/>
              </a:ext>
            </a:extLst>
          </p:cNvPr>
          <p:cNvSpPr/>
          <p:nvPr/>
        </p:nvSpPr>
        <p:spPr>
          <a:xfrm>
            <a:off x="2095100" y="5535396"/>
            <a:ext cx="320843" cy="3208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6D4DF4-4616-FC24-FF99-0F269CFD1171}"/>
              </a:ext>
            </a:extLst>
          </p:cNvPr>
          <p:cNvSpPr txBox="1"/>
          <p:nvPr/>
        </p:nvSpPr>
        <p:spPr>
          <a:xfrm>
            <a:off x="922491" y="5549011"/>
            <a:ext cx="7196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</a:rPr>
              <a:t>Friends</a:t>
            </a:r>
            <a:endParaRPr lang="en-IN" sz="1200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DE1D1-96CE-1340-6239-D51CFDB3DAEF}"/>
              </a:ext>
            </a:extLst>
          </p:cNvPr>
          <p:cNvSpPr txBox="1"/>
          <p:nvPr/>
        </p:nvSpPr>
        <p:spPr>
          <a:xfrm>
            <a:off x="666750" y="1008511"/>
            <a:ext cx="1006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</a:rPr>
              <a:t>Profile Image</a:t>
            </a:r>
            <a:endParaRPr lang="en-IN" sz="120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1C966A-C848-5E7A-28AC-7FF3F5245B4E}"/>
              </a:ext>
            </a:extLst>
          </p:cNvPr>
          <p:cNvSpPr txBox="1"/>
          <p:nvPr/>
        </p:nvSpPr>
        <p:spPr>
          <a:xfrm>
            <a:off x="10665127" y="850817"/>
            <a:ext cx="1077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Close</a:t>
            </a:r>
            <a:endParaRPr lang="en-IN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627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7DBAAD0-0E7E-C5E0-A390-DEC8D8DC47AC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C46BE7D-9F02-B425-7D31-7142307B027E}"/>
              </a:ext>
            </a:extLst>
          </p:cNvPr>
          <p:cNvSpPr/>
          <p:nvPr/>
        </p:nvSpPr>
        <p:spPr>
          <a:xfrm>
            <a:off x="1836822" y="585535"/>
            <a:ext cx="2919663" cy="5646821"/>
          </a:xfrm>
          <a:prstGeom prst="roundRect">
            <a:avLst>
              <a:gd name="adj" fmla="val 8700"/>
            </a:avLst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BEA4E20-B71F-0760-8781-D8449D148AB1}"/>
              </a:ext>
            </a:extLst>
          </p:cNvPr>
          <p:cNvSpPr/>
          <p:nvPr/>
        </p:nvSpPr>
        <p:spPr>
          <a:xfrm>
            <a:off x="3240506" y="681791"/>
            <a:ext cx="136358" cy="13635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12E3E2A-9761-EB88-1D17-B0287B934CF5}"/>
              </a:ext>
            </a:extLst>
          </p:cNvPr>
          <p:cNvSpPr/>
          <p:nvPr/>
        </p:nvSpPr>
        <p:spPr>
          <a:xfrm>
            <a:off x="7555833" y="609598"/>
            <a:ext cx="2919663" cy="5646821"/>
          </a:xfrm>
          <a:prstGeom prst="roundRect">
            <a:avLst>
              <a:gd name="adj" fmla="val 8700"/>
            </a:avLst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 descr="Person wearing mask">
            <a:extLst>
              <a:ext uri="{FF2B5EF4-FFF2-40B4-BE49-F238E27FC236}">
                <a16:creationId xmlns:a16="http://schemas.microsoft.com/office/drawing/2014/main" id="{E684FC33-8716-9E53-ACF7-27B640C7F2A3}"/>
              </a:ext>
            </a:extLst>
          </p:cNvPr>
          <p:cNvSpPr/>
          <p:nvPr/>
        </p:nvSpPr>
        <p:spPr>
          <a:xfrm>
            <a:off x="2109536" y="978568"/>
            <a:ext cx="320843" cy="320843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4324817-F87F-D902-2CEC-F2013306F51C}"/>
              </a:ext>
            </a:extLst>
          </p:cNvPr>
          <p:cNvSpPr/>
          <p:nvPr/>
        </p:nvSpPr>
        <p:spPr>
          <a:xfrm>
            <a:off x="2650620" y="585535"/>
            <a:ext cx="2105865" cy="5638955"/>
          </a:xfrm>
          <a:custGeom>
            <a:avLst/>
            <a:gdLst>
              <a:gd name="connsiteX0" fmla="*/ 160144 w 2105865"/>
              <a:gd name="connsiteY0" fmla="*/ 0 h 5638955"/>
              <a:gd name="connsiteX1" fmla="*/ 1851854 w 2105865"/>
              <a:gd name="connsiteY1" fmla="*/ 0 h 5638955"/>
              <a:gd name="connsiteX2" fmla="*/ 2105865 w 2105865"/>
              <a:gd name="connsiteY2" fmla="*/ 254011 h 5638955"/>
              <a:gd name="connsiteX3" fmla="*/ 2105865 w 2105865"/>
              <a:gd name="connsiteY3" fmla="*/ 5392810 h 5638955"/>
              <a:gd name="connsiteX4" fmla="*/ 1950727 w 2105865"/>
              <a:gd name="connsiteY4" fmla="*/ 5626860 h 5638955"/>
              <a:gd name="connsiteX5" fmla="*/ 1890816 w 2105865"/>
              <a:gd name="connsiteY5" fmla="*/ 5638955 h 5638955"/>
              <a:gd name="connsiteX6" fmla="*/ 160144 w 2105865"/>
              <a:gd name="connsiteY6" fmla="*/ 5638955 h 5638955"/>
              <a:gd name="connsiteX7" fmla="*/ 0 w 2105865"/>
              <a:gd name="connsiteY7" fmla="*/ 5478811 h 5638955"/>
              <a:gd name="connsiteX8" fmla="*/ 0 w 2105865"/>
              <a:gd name="connsiteY8" fmla="*/ 160144 h 5638955"/>
              <a:gd name="connsiteX9" fmla="*/ 160144 w 2105865"/>
              <a:gd name="connsiteY9" fmla="*/ 0 h 5638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05865" h="5638955">
                <a:moveTo>
                  <a:pt x="160144" y="0"/>
                </a:moveTo>
                <a:lnTo>
                  <a:pt x="1851854" y="0"/>
                </a:lnTo>
                <a:cubicBezTo>
                  <a:pt x="1992140" y="0"/>
                  <a:pt x="2105865" y="113725"/>
                  <a:pt x="2105865" y="254011"/>
                </a:cubicBezTo>
                <a:lnTo>
                  <a:pt x="2105865" y="5392810"/>
                </a:lnTo>
                <a:cubicBezTo>
                  <a:pt x="2105865" y="5498025"/>
                  <a:pt x="2041895" y="5588299"/>
                  <a:pt x="1950727" y="5626860"/>
                </a:cubicBezTo>
                <a:lnTo>
                  <a:pt x="1890816" y="5638955"/>
                </a:lnTo>
                <a:lnTo>
                  <a:pt x="160144" y="5638955"/>
                </a:lnTo>
                <a:cubicBezTo>
                  <a:pt x="71699" y="5638955"/>
                  <a:pt x="0" y="5567256"/>
                  <a:pt x="0" y="5478811"/>
                </a:cubicBezTo>
                <a:lnTo>
                  <a:pt x="0" y="160144"/>
                </a:lnTo>
                <a:cubicBezTo>
                  <a:pt x="0" y="71699"/>
                  <a:pt x="71699" y="0"/>
                  <a:pt x="160144" y="0"/>
                </a:cubicBezTo>
                <a:close/>
              </a:path>
            </a:pathLst>
          </a:cu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3018568-093A-8870-1556-A6B69E5CE932}"/>
              </a:ext>
            </a:extLst>
          </p:cNvPr>
          <p:cNvSpPr/>
          <p:nvPr/>
        </p:nvSpPr>
        <p:spPr>
          <a:xfrm>
            <a:off x="3239002" y="687305"/>
            <a:ext cx="136358" cy="13635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265FBF-0162-DC29-6C98-FC296C8F0B4D}"/>
              </a:ext>
            </a:extLst>
          </p:cNvPr>
          <p:cNvSpPr txBox="1"/>
          <p:nvPr/>
        </p:nvSpPr>
        <p:spPr>
          <a:xfrm>
            <a:off x="2650620" y="914405"/>
            <a:ext cx="1914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/>
              <a:t>Activity</a:t>
            </a:r>
            <a:endParaRPr lang="en-IN" i="1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8F2CB03-461D-12E6-BCFF-2CB4242D4205}"/>
              </a:ext>
            </a:extLst>
          </p:cNvPr>
          <p:cNvSpPr/>
          <p:nvPr/>
        </p:nvSpPr>
        <p:spPr>
          <a:xfrm>
            <a:off x="2646359" y="593402"/>
            <a:ext cx="2105864" cy="313137"/>
          </a:xfrm>
          <a:custGeom>
            <a:avLst/>
            <a:gdLst>
              <a:gd name="connsiteX0" fmla="*/ 160144 w 2101603"/>
              <a:gd name="connsiteY0" fmla="*/ 0 h 252181"/>
              <a:gd name="connsiteX1" fmla="*/ 1851854 w 2101603"/>
              <a:gd name="connsiteY1" fmla="*/ 0 h 252181"/>
              <a:gd name="connsiteX2" fmla="*/ 2100705 w 2101603"/>
              <a:gd name="connsiteY2" fmla="*/ 202819 h 252181"/>
              <a:gd name="connsiteX3" fmla="*/ 2101603 w 2101603"/>
              <a:gd name="connsiteY3" fmla="*/ 211734 h 252181"/>
              <a:gd name="connsiteX4" fmla="*/ 2101028 w 2101603"/>
              <a:gd name="connsiteY4" fmla="*/ 214585 h 252181"/>
              <a:gd name="connsiteX5" fmla="*/ 2044308 w 2101603"/>
              <a:gd name="connsiteY5" fmla="*/ 252181 h 252181"/>
              <a:gd name="connsiteX6" fmla="*/ 61557 w 2101603"/>
              <a:gd name="connsiteY6" fmla="*/ 252181 h 252181"/>
              <a:gd name="connsiteX7" fmla="*/ 0 w 2101603"/>
              <a:gd name="connsiteY7" fmla="*/ 190624 h 252181"/>
              <a:gd name="connsiteX8" fmla="*/ 0 w 2101603"/>
              <a:gd name="connsiteY8" fmla="*/ 160144 h 252181"/>
              <a:gd name="connsiteX9" fmla="*/ 160144 w 2101603"/>
              <a:gd name="connsiteY9" fmla="*/ 0 h 252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01603" h="252181">
                <a:moveTo>
                  <a:pt x="160144" y="0"/>
                </a:moveTo>
                <a:lnTo>
                  <a:pt x="1851854" y="0"/>
                </a:lnTo>
                <a:cubicBezTo>
                  <a:pt x="1974605" y="0"/>
                  <a:pt x="2077019" y="87071"/>
                  <a:pt x="2100705" y="202819"/>
                </a:cubicBezTo>
                <a:lnTo>
                  <a:pt x="2101603" y="211734"/>
                </a:lnTo>
                <a:lnTo>
                  <a:pt x="2101028" y="214585"/>
                </a:lnTo>
                <a:cubicBezTo>
                  <a:pt x="2091683" y="236679"/>
                  <a:pt x="2069806" y="252181"/>
                  <a:pt x="2044308" y="252181"/>
                </a:cubicBezTo>
                <a:lnTo>
                  <a:pt x="61557" y="252181"/>
                </a:lnTo>
                <a:cubicBezTo>
                  <a:pt x="27560" y="252181"/>
                  <a:pt x="0" y="224621"/>
                  <a:pt x="0" y="190624"/>
                </a:cubicBezTo>
                <a:lnTo>
                  <a:pt x="0" y="160144"/>
                </a:lnTo>
                <a:cubicBezTo>
                  <a:pt x="0" y="71699"/>
                  <a:pt x="71699" y="0"/>
                  <a:pt x="160144" y="0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8A453CE-907D-B645-640D-5517ABE51716}"/>
              </a:ext>
            </a:extLst>
          </p:cNvPr>
          <p:cNvSpPr/>
          <p:nvPr/>
        </p:nvSpPr>
        <p:spPr>
          <a:xfrm>
            <a:off x="3237999" y="681791"/>
            <a:ext cx="136358" cy="13635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DF8F18F-84B5-B050-E283-CD2B7F29B449}"/>
              </a:ext>
            </a:extLst>
          </p:cNvPr>
          <p:cNvSpPr/>
          <p:nvPr/>
        </p:nvSpPr>
        <p:spPr>
          <a:xfrm>
            <a:off x="7571874" y="617464"/>
            <a:ext cx="2919661" cy="289076"/>
          </a:xfrm>
          <a:custGeom>
            <a:avLst/>
            <a:gdLst>
              <a:gd name="connsiteX0" fmla="*/ 160144 w 2101603"/>
              <a:gd name="connsiteY0" fmla="*/ 0 h 252181"/>
              <a:gd name="connsiteX1" fmla="*/ 1851854 w 2101603"/>
              <a:gd name="connsiteY1" fmla="*/ 0 h 252181"/>
              <a:gd name="connsiteX2" fmla="*/ 2100705 w 2101603"/>
              <a:gd name="connsiteY2" fmla="*/ 202819 h 252181"/>
              <a:gd name="connsiteX3" fmla="*/ 2101603 w 2101603"/>
              <a:gd name="connsiteY3" fmla="*/ 211734 h 252181"/>
              <a:gd name="connsiteX4" fmla="*/ 2101028 w 2101603"/>
              <a:gd name="connsiteY4" fmla="*/ 214585 h 252181"/>
              <a:gd name="connsiteX5" fmla="*/ 2044308 w 2101603"/>
              <a:gd name="connsiteY5" fmla="*/ 252181 h 252181"/>
              <a:gd name="connsiteX6" fmla="*/ 61557 w 2101603"/>
              <a:gd name="connsiteY6" fmla="*/ 252181 h 252181"/>
              <a:gd name="connsiteX7" fmla="*/ 0 w 2101603"/>
              <a:gd name="connsiteY7" fmla="*/ 190624 h 252181"/>
              <a:gd name="connsiteX8" fmla="*/ 0 w 2101603"/>
              <a:gd name="connsiteY8" fmla="*/ 160144 h 252181"/>
              <a:gd name="connsiteX9" fmla="*/ 160144 w 2101603"/>
              <a:gd name="connsiteY9" fmla="*/ 0 h 252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01603" h="252181">
                <a:moveTo>
                  <a:pt x="160144" y="0"/>
                </a:moveTo>
                <a:lnTo>
                  <a:pt x="1851854" y="0"/>
                </a:lnTo>
                <a:cubicBezTo>
                  <a:pt x="1974605" y="0"/>
                  <a:pt x="2077019" y="87071"/>
                  <a:pt x="2100705" y="202819"/>
                </a:cubicBezTo>
                <a:lnTo>
                  <a:pt x="2101603" y="211734"/>
                </a:lnTo>
                <a:lnTo>
                  <a:pt x="2101028" y="214585"/>
                </a:lnTo>
                <a:cubicBezTo>
                  <a:pt x="2091683" y="236679"/>
                  <a:pt x="2069806" y="252181"/>
                  <a:pt x="2044308" y="252181"/>
                </a:cubicBezTo>
                <a:lnTo>
                  <a:pt x="61557" y="252181"/>
                </a:lnTo>
                <a:cubicBezTo>
                  <a:pt x="27560" y="252181"/>
                  <a:pt x="0" y="224621"/>
                  <a:pt x="0" y="190624"/>
                </a:cubicBezTo>
                <a:lnTo>
                  <a:pt x="0" y="160144"/>
                </a:lnTo>
                <a:cubicBezTo>
                  <a:pt x="0" y="71699"/>
                  <a:pt x="71699" y="0"/>
                  <a:pt x="160144" y="0"/>
                </a:cubicBezTo>
                <a:close/>
              </a:path>
            </a:pathLst>
          </a:custGeom>
          <a:solidFill>
            <a:srgbClr val="FA32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5A1BE52-D1E5-9722-25C6-F79BA4789091}"/>
              </a:ext>
            </a:extLst>
          </p:cNvPr>
          <p:cNvSpPr/>
          <p:nvPr/>
        </p:nvSpPr>
        <p:spPr>
          <a:xfrm>
            <a:off x="8959517" y="705853"/>
            <a:ext cx="136358" cy="13635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 descr="Person wearing mask">
            <a:extLst>
              <a:ext uri="{FF2B5EF4-FFF2-40B4-BE49-F238E27FC236}">
                <a16:creationId xmlns:a16="http://schemas.microsoft.com/office/drawing/2014/main" id="{BE581EC6-7C9C-874E-0C84-3C9C2EA9309E}"/>
              </a:ext>
            </a:extLst>
          </p:cNvPr>
          <p:cNvSpPr/>
          <p:nvPr/>
        </p:nvSpPr>
        <p:spPr>
          <a:xfrm>
            <a:off x="7828547" y="1002630"/>
            <a:ext cx="320843" cy="3208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0ABD8D-2899-E460-11B6-74CEAF04011F}"/>
              </a:ext>
            </a:extLst>
          </p:cNvPr>
          <p:cNvSpPr txBox="1"/>
          <p:nvPr/>
        </p:nvSpPr>
        <p:spPr>
          <a:xfrm>
            <a:off x="8071588" y="978385"/>
            <a:ext cx="1914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Title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3463474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7DBAAD0-0E7E-C5E0-A390-DEC8D8DC47AC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C46BE7D-9F02-B425-7D31-7142307B027E}"/>
              </a:ext>
            </a:extLst>
          </p:cNvPr>
          <p:cNvSpPr/>
          <p:nvPr/>
        </p:nvSpPr>
        <p:spPr>
          <a:xfrm>
            <a:off x="1836822" y="585535"/>
            <a:ext cx="2919663" cy="5646821"/>
          </a:xfrm>
          <a:prstGeom prst="roundRect">
            <a:avLst>
              <a:gd name="adj" fmla="val 8700"/>
            </a:avLst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480BB57-4F2E-1B48-4DD9-364C52BBBF86}"/>
              </a:ext>
            </a:extLst>
          </p:cNvPr>
          <p:cNvSpPr/>
          <p:nvPr/>
        </p:nvSpPr>
        <p:spPr>
          <a:xfrm>
            <a:off x="1846587" y="585536"/>
            <a:ext cx="2909898" cy="1644318"/>
          </a:xfrm>
          <a:custGeom>
            <a:avLst/>
            <a:gdLst>
              <a:gd name="connsiteX0" fmla="*/ 254011 w 2909898"/>
              <a:gd name="connsiteY0" fmla="*/ 0 h 1090867"/>
              <a:gd name="connsiteX1" fmla="*/ 2665652 w 2909898"/>
              <a:gd name="connsiteY1" fmla="*/ 0 h 1090867"/>
              <a:gd name="connsiteX2" fmla="*/ 2899702 w 2909898"/>
              <a:gd name="connsiteY2" fmla="*/ 155139 h 1090867"/>
              <a:gd name="connsiteX3" fmla="*/ 2909898 w 2909898"/>
              <a:gd name="connsiteY3" fmla="*/ 187986 h 1090867"/>
              <a:gd name="connsiteX4" fmla="*/ 2909898 w 2909898"/>
              <a:gd name="connsiteY4" fmla="*/ 1090867 h 1090867"/>
              <a:gd name="connsiteX5" fmla="*/ 0 w 2909898"/>
              <a:gd name="connsiteY5" fmla="*/ 1090867 h 1090867"/>
              <a:gd name="connsiteX6" fmla="*/ 0 w 2909898"/>
              <a:gd name="connsiteY6" fmla="*/ 254011 h 1090867"/>
              <a:gd name="connsiteX7" fmla="*/ 254011 w 2909898"/>
              <a:gd name="connsiteY7" fmla="*/ 0 h 1090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09898" h="1090867">
                <a:moveTo>
                  <a:pt x="254011" y="0"/>
                </a:moveTo>
                <a:lnTo>
                  <a:pt x="2665652" y="0"/>
                </a:lnTo>
                <a:cubicBezTo>
                  <a:pt x="2770867" y="0"/>
                  <a:pt x="2861141" y="63970"/>
                  <a:pt x="2899702" y="155139"/>
                </a:cubicBezTo>
                <a:lnTo>
                  <a:pt x="2909898" y="187986"/>
                </a:lnTo>
                <a:lnTo>
                  <a:pt x="2909898" y="1090867"/>
                </a:lnTo>
                <a:lnTo>
                  <a:pt x="0" y="1090867"/>
                </a:lnTo>
                <a:lnTo>
                  <a:pt x="0" y="254011"/>
                </a:lnTo>
                <a:cubicBezTo>
                  <a:pt x="0" y="113725"/>
                  <a:pt x="113725" y="0"/>
                  <a:pt x="254011" y="0"/>
                </a:cubicBezTo>
                <a:close/>
              </a:path>
            </a:pathLst>
          </a:custGeom>
          <a:solidFill>
            <a:srgbClr val="FA32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BEA4E20-B71F-0760-8781-D8449D148AB1}"/>
              </a:ext>
            </a:extLst>
          </p:cNvPr>
          <p:cNvSpPr/>
          <p:nvPr/>
        </p:nvSpPr>
        <p:spPr>
          <a:xfrm>
            <a:off x="3240506" y="681791"/>
            <a:ext cx="136358" cy="13635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 descr="Person wearing mask">
            <a:extLst>
              <a:ext uri="{FF2B5EF4-FFF2-40B4-BE49-F238E27FC236}">
                <a16:creationId xmlns:a16="http://schemas.microsoft.com/office/drawing/2014/main" id="{E684FC33-8716-9E53-ACF7-27B640C7F2A3}"/>
              </a:ext>
            </a:extLst>
          </p:cNvPr>
          <p:cNvSpPr/>
          <p:nvPr/>
        </p:nvSpPr>
        <p:spPr>
          <a:xfrm>
            <a:off x="2109536" y="978568"/>
            <a:ext cx="320843" cy="3208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2D548C4-4EBE-9C93-9CA6-964BCB5E25ED}"/>
              </a:ext>
            </a:extLst>
          </p:cNvPr>
          <p:cNvSpPr/>
          <p:nvPr/>
        </p:nvSpPr>
        <p:spPr>
          <a:xfrm>
            <a:off x="2681976" y="5535396"/>
            <a:ext cx="1229353" cy="312537"/>
          </a:xfrm>
          <a:prstGeom prst="roundRect">
            <a:avLst>
              <a:gd name="adj" fmla="val 34703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D33CC08-6D36-14AB-4C95-6BD44396FB61}"/>
              </a:ext>
            </a:extLst>
          </p:cNvPr>
          <p:cNvSpPr/>
          <p:nvPr/>
        </p:nvSpPr>
        <p:spPr>
          <a:xfrm>
            <a:off x="3028369" y="5432764"/>
            <a:ext cx="543506" cy="517802"/>
          </a:xfrm>
          <a:prstGeom prst="roundRect">
            <a:avLst>
              <a:gd name="adj" fmla="val 25436"/>
            </a:avLst>
          </a:prstGeom>
          <a:solidFill>
            <a:srgbClr val="FA32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 descr="Person wearing mask">
            <a:extLst>
              <a:ext uri="{FF2B5EF4-FFF2-40B4-BE49-F238E27FC236}">
                <a16:creationId xmlns:a16="http://schemas.microsoft.com/office/drawing/2014/main" id="{D5ED4452-1EFF-1DA2-D40D-33E59BE99428}"/>
              </a:ext>
            </a:extLst>
          </p:cNvPr>
          <p:cNvSpPr/>
          <p:nvPr/>
        </p:nvSpPr>
        <p:spPr>
          <a:xfrm>
            <a:off x="4174989" y="5527090"/>
            <a:ext cx="320843" cy="3208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5A67D2-70A8-AB7A-D6B5-D47269518109}"/>
              </a:ext>
            </a:extLst>
          </p:cNvPr>
          <p:cNvSpPr txBox="1"/>
          <p:nvPr/>
        </p:nvSpPr>
        <p:spPr>
          <a:xfrm>
            <a:off x="4882017" y="5549011"/>
            <a:ext cx="7196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Activity</a:t>
            </a:r>
            <a:endParaRPr lang="en-IN" sz="1200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8A00BE-A1B9-DF25-5789-A90162056202}"/>
              </a:ext>
            </a:extLst>
          </p:cNvPr>
          <p:cNvSpPr txBox="1"/>
          <p:nvPr/>
        </p:nvSpPr>
        <p:spPr>
          <a:xfrm>
            <a:off x="1690239" y="6301054"/>
            <a:ext cx="3239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Add Expense - Expenses Category Chart - Search</a:t>
            </a:r>
            <a:endParaRPr lang="en-IN" sz="1200" dirty="0">
              <a:solidFill>
                <a:srgbClr val="FF0000"/>
              </a:solidFill>
            </a:endParaRPr>
          </a:p>
        </p:txBody>
      </p:sp>
      <p:sp>
        <p:nvSpPr>
          <p:cNvPr id="35" name="Oval 34" descr="Person wearing mask">
            <a:extLst>
              <a:ext uri="{FF2B5EF4-FFF2-40B4-BE49-F238E27FC236}">
                <a16:creationId xmlns:a16="http://schemas.microsoft.com/office/drawing/2014/main" id="{C6C355A0-7AA3-1DCF-9E4B-979B08CDA50D}"/>
              </a:ext>
            </a:extLst>
          </p:cNvPr>
          <p:cNvSpPr/>
          <p:nvPr/>
        </p:nvSpPr>
        <p:spPr>
          <a:xfrm>
            <a:off x="2095100" y="5535396"/>
            <a:ext cx="320843" cy="3208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6D4DF4-4616-FC24-FF99-0F269CFD1171}"/>
              </a:ext>
            </a:extLst>
          </p:cNvPr>
          <p:cNvSpPr txBox="1"/>
          <p:nvPr/>
        </p:nvSpPr>
        <p:spPr>
          <a:xfrm>
            <a:off x="922491" y="5549011"/>
            <a:ext cx="7196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</a:rPr>
              <a:t>Back</a:t>
            </a:r>
            <a:endParaRPr lang="en-IN" sz="1200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DE1D1-96CE-1340-6239-D51CFDB3DAEF}"/>
              </a:ext>
            </a:extLst>
          </p:cNvPr>
          <p:cNvSpPr txBox="1"/>
          <p:nvPr/>
        </p:nvSpPr>
        <p:spPr>
          <a:xfrm>
            <a:off x="393032" y="1008511"/>
            <a:ext cx="1280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</a:rPr>
              <a:t>Group Settings</a:t>
            </a:r>
            <a:endParaRPr lang="en-IN" sz="1200" dirty="0">
              <a:solidFill>
                <a:srgbClr val="FF0000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21B9706-4636-0EBB-6A25-CBCDA825CC9A}"/>
              </a:ext>
            </a:extLst>
          </p:cNvPr>
          <p:cNvSpPr/>
          <p:nvPr/>
        </p:nvSpPr>
        <p:spPr>
          <a:xfrm>
            <a:off x="7555833" y="609598"/>
            <a:ext cx="2919663" cy="5646821"/>
          </a:xfrm>
          <a:prstGeom prst="roundRect">
            <a:avLst>
              <a:gd name="adj" fmla="val 8700"/>
            </a:avLst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BEE7253-C61C-ACE1-0D76-9BCD143ADD7A}"/>
              </a:ext>
            </a:extLst>
          </p:cNvPr>
          <p:cNvSpPr/>
          <p:nvPr/>
        </p:nvSpPr>
        <p:spPr>
          <a:xfrm>
            <a:off x="8959517" y="681791"/>
            <a:ext cx="136358" cy="13635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Freeform: Shape 49" descr="Person wearing mask">
            <a:extLst>
              <a:ext uri="{FF2B5EF4-FFF2-40B4-BE49-F238E27FC236}">
                <a16:creationId xmlns:a16="http://schemas.microsoft.com/office/drawing/2014/main" id="{A845E488-7006-C5B2-26BF-BD43259C6A3D}"/>
              </a:ext>
            </a:extLst>
          </p:cNvPr>
          <p:cNvSpPr/>
          <p:nvPr/>
        </p:nvSpPr>
        <p:spPr>
          <a:xfrm>
            <a:off x="7574883" y="628649"/>
            <a:ext cx="1902492" cy="1954402"/>
          </a:xfrm>
          <a:custGeom>
            <a:avLst/>
            <a:gdLst>
              <a:gd name="connsiteX0" fmla="*/ 254011 w 1580147"/>
              <a:gd name="connsiteY0" fmla="*/ 0 h 1623262"/>
              <a:gd name="connsiteX1" fmla="*/ 1461449 w 1580147"/>
              <a:gd name="connsiteY1" fmla="*/ 0 h 1623262"/>
              <a:gd name="connsiteX2" fmla="*/ 1491900 w 1580147"/>
              <a:gd name="connsiteY2" fmla="*/ 63212 h 1623262"/>
              <a:gd name="connsiteX3" fmla="*/ 1580147 w 1580147"/>
              <a:gd name="connsiteY3" fmla="*/ 500314 h 1623262"/>
              <a:gd name="connsiteX4" fmla="*/ 457199 w 1580147"/>
              <a:gd name="connsiteY4" fmla="*/ 1623262 h 1623262"/>
              <a:gd name="connsiteX5" fmla="*/ 20097 w 1580147"/>
              <a:gd name="connsiteY5" fmla="*/ 1535015 h 1623262"/>
              <a:gd name="connsiteX6" fmla="*/ 0 w 1580147"/>
              <a:gd name="connsiteY6" fmla="*/ 1524107 h 1623262"/>
              <a:gd name="connsiteX7" fmla="*/ 0 w 1580147"/>
              <a:gd name="connsiteY7" fmla="*/ 254011 h 1623262"/>
              <a:gd name="connsiteX8" fmla="*/ 254011 w 1580147"/>
              <a:gd name="connsiteY8" fmla="*/ 0 h 1623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80147" h="1623262">
                <a:moveTo>
                  <a:pt x="254011" y="0"/>
                </a:moveTo>
                <a:lnTo>
                  <a:pt x="1461449" y="0"/>
                </a:lnTo>
                <a:lnTo>
                  <a:pt x="1491900" y="63212"/>
                </a:lnTo>
                <a:cubicBezTo>
                  <a:pt x="1548724" y="197560"/>
                  <a:pt x="1580147" y="345267"/>
                  <a:pt x="1580147" y="500314"/>
                </a:cubicBezTo>
                <a:cubicBezTo>
                  <a:pt x="1580147" y="1120501"/>
                  <a:pt x="1077386" y="1623262"/>
                  <a:pt x="457199" y="1623262"/>
                </a:cubicBezTo>
                <a:cubicBezTo>
                  <a:pt x="302153" y="1623262"/>
                  <a:pt x="154445" y="1591840"/>
                  <a:pt x="20097" y="1535015"/>
                </a:cubicBezTo>
                <a:lnTo>
                  <a:pt x="0" y="1524107"/>
                </a:lnTo>
                <a:lnTo>
                  <a:pt x="0" y="254011"/>
                </a:lnTo>
                <a:cubicBezTo>
                  <a:pt x="0" y="113725"/>
                  <a:pt x="113725" y="0"/>
                  <a:pt x="254011" y="0"/>
                </a:cubicBezTo>
                <a:close/>
              </a:path>
            </a:pathLst>
          </a:custGeom>
          <a:solidFill>
            <a:srgbClr val="FA32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AC02C986-5816-16CD-906C-2854DFB24ABE}"/>
              </a:ext>
            </a:extLst>
          </p:cNvPr>
          <p:cNvSpPr/>
          <p:nvPr/>
        </p:nvSpPr>
        <p:spPr>
          <a:xfrm rot="4446441">
            <a:off x="8080812" y="861761"/>
            <a:ext cx="1649089" cy="1738482"/>
          </a:xfrm>
          <a:custGeom>
            <a:avLst/>
            <a:gdLst>
              <a:gd name="connsiteX0" fmla="*/ 0 w 1572658"/>
              <a:gd name="connsiteY0" fmla="*/ 1095400 h 1591675"/>
              <a:gd name="connsiteX1" fmla="*/ 635332 w 1572658"/>
              <a:gd name="connsiteY1" fmla="*/ 0 h 1591675"/>
              <a:gd name="connsiteX2" fmla="*/ 641441 w 1572658"/>
              <a:gd name="connsiteY2" fmla="*/ 3090 h 1591675"/>
              <a:gd name="connsiteX3" fmla="*/ 1568101 w 1572658"/>
              <a:gd name="connsiteY3" fmla="*/ 1458075 h 1591675"/>
              <a:gd name="connsiteX4" fmla="*/ 1572658 w 1572658"/>
              <a:gd name="connsiteY4" fmla="*/ 1591675 h 1591675"/>
              <a:gd name="connsiteX5" fmla="*/ 319843 w 1572658"/>
              <a:gd name="connsiteY5" fmla="*/ 1591675 h 1591675"/>
              <a:gd name="connsiteX6" fmla="*/ 332495 w 1572658"/>
              <a:gd name="connsiteY6" fmla="*/ 1559799 h 1591675"/>
              <a:gd name="connsiteX7" fmla="*/ 81081 w 1572658"/>
              <a:gd name="connsiteY7" fmla="*/ 1108234 h 1591675"/>
              <a:gd name="connsiteX8" fmla="*/ 8211 w 1572658"/>
              <a:gd name="connsiteY8" fmla="*/ 1095206 h 1591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72658" h="1591675">
                <a:moveTo>
                  <a:pt x="0" y="1095400"/>
                </a:moveTo>
                <a:lnTo>
                  <a:pt x="635332" y="0"/>
                </a:lnTo>
                <a:lnTo>
                  <a:pt x="641441" y="3090"/>
                </a:lnTo>
                <a:cubicBezTo>
                  <a:pt x="1176055" y="308202"/>
                  <a:pt x="1517990" y="858478"/>
                  <a:pt x="1568101" y="1458075"/>
                </a:cubicBezTo>
                <a:lnTo>
                  <a:pt x="1572658" y="1591675"/>
                </a:lnTo>
                <a:lnTo>
                  <a:pt x="319843" y="1591675"/>
                </a:lnTo>
                <a:lnTo>
                  <a:pt x="332495" y="1559799"/>
                </a:lnTo>
                <a:cubicBezTo>
                  <a:pt x="387766" y="1365677"/>
                  <a:pt x="275203" y="1163504"/>
                  <a:pt x="81081" y="1108234"/>
                </a:cubicBezTo>
                <a:cubicBezTo>
                  <a:pt x="56816" y="1101325"/>
                  <a:pt x="32425" y="1097038"/>
                  <a:pt x="8211" y="1095206"/>
                </a:cubicBezTo>
                <a:close/>
              </a:path>
            </a:pathLst>
          </a:custGeom>
          <a:solidFill>
            <a:schemeClr val="bg1"/>
          </a:solidFill>
          <a:ln w="57150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EA9ED7-720E-33DD-2476-A92928C6EC56}"/>
              </a:ext>
            </a:extLst>
          </p:cNvPr>
          <p:cNvSpPr txBox="1"/>
          <p:nvPr/>
        </p:nvSpPr>
        <p:spPr>
          <a:xfrm>
            <a:off x="8270710" y="5229225"/>
            <a:ext cx="1914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/>
              <a:t>Group Settings</a:t>
            </a:r>
            <a:endParaRPr lang="en-IN" i="1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D3CB92A-DD17-6FDE-52EA-576974146417}"/>
              </a:ext>
            </a:extLst>
          </p:cNvPr>
          <p:cNvCxnSpPr/>
          <p:nvPr/>
        </p:nvCxnSpPr>
        <p:spPr>
          <a:xfrm flipH="1">
            <a:off x="8397541" y="5124450"/>
            <a:ext cx="17039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70E96E9-6E14-D0AD-537D-EA76653398FC}"/>
              </a:ext>
            </a:extLst>
          </p:cNvPr>
          <p:cNvSpPr txBox="1"/>
          <p:nvPr/>
        </p:nvSpPr>
        <p:spPr>
          <a:xfrm>
            <a:off x="8270710" y="4581525"/>
            <a:ext cx="1914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/>
              <a:t>Totals</a:t>
            </a:r>
            <a:endParaRPr lang="en-IN" i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BD99B2-21BF-5FB5-0BC1-ADA0FE037DD6}"/>
              </a:ext>
            </a:extLst>
          </p:cNvPr>
          <p:cNvSpPr txBox="1"/>
          <p:nvPr/>
        </p:nvSpPr>
        <p:spPr>
          <a:xfrm>
            <a:off x="8270710" y="4159806"/>
            <a:ext cx="1914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/>
              <a:t>Export</a:t>
            </a:r>
            <a:endParaRPr lang="en-IN" i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36A5FD-E7BD-91C3-C7F8-CF4BB6F44979}"/>
              </a:ext>
            </a:extLst>
          </p:cNvPr>
          <p:cNvSpPr txBox="1"/>
          <p:nvPr/>
        </p:nvSpPr>
        <p:spPr>
          <a:xfrm>
            <a:off x="8270710" y="3738087"/>
            <a:ext cx="1914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/>
              <a:t>Balances</a:t>
            </a:r>
            <a:endParaRPr lang="en-IN" i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0F19283-8696-E494-56B9-CB83A4F3C75E}"/>
              </a:ext>
            </a:extLst>
          </p:cNvPr>
          <p:cNvSpPr txBox="1"/>
          <p:nvPr/>
        </p:nvSpPr>
        <p:spPr>
          <a:xfrm>
            <a:off x="8292215" y="3316368"/>
            <a:ext cx="1914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/>
              <a:t>Settle</a:t>
            </a:r>
            <a:endParaRPr lang="en-IN" i="1" dirty="0"/>
          </a:p>
        </p:txBody>
      </p:sp>
      <p:pic>
        <p:nvPicPr>
          <p:cNvPr id="49" name="Picture 2" descr="Free Hearth Png, Download Free Hearth Png png images, Free ClipArts on ...">
            <a:extLst>
              <a:ext uri="{FF2B5EF4-FFF2-40B4-BE49-F238E27FC236}">
                <a16:creationId xmlns:a16="http://schemas.microsoft.com/office/drawing/2014/main" id="{1B0820D6-CBA7-75B2-081C-741DBBA44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541" y="1487253"/>
            <a:ext cx="587840" cy="571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Oval 53" descr="Person wearing mask">
            <a:extLst>
              <a:ext uri="{FF2B5EF4-FFF2-40B4-BE49-F238E27FC236}">
                <a16:creationId xmlns:a16="http://schemas.microsoft.com/office/drawing/2014/main" id="{AE1159B2-BCFC-C5CD-438C-D4E3101350DF}"/>
              </a:ext>
            </a:extLst>
          </p:cNvPr>
          <p:cNvSpPr/>
          <p:nvPr/>
        </p:nvSpPr>
        <p:spPr>
          <a:xfrm>
            <a:off x="7647573" y="781552"/>
            <a:ext cx="730918" cy="73091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Oval 54" descr="Person wearing mask">
            <a:extLst>
              <a:ext uri="{FF2B5EF4-FFF2-40B4-BE49-F238E27FC236}">
                <a16:creationId xmlns:a16="http://schemas.microsoft.com/office/drawing/2014/main" id="{46479E37-4AB5-DE9D-2091-B70FC3C2ED85}"/>
              </a:ext>
            </a:extLst>
          </p:cNvPr>
          <p:cNvSpPr/>
          <p:nvPr/>
        </p:nvSpPr>
        <p:spPr>
          <a:xfrm>
            <a:off x="7812505" y="946484"/>
            <a:ext cx="401054" cy="401054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C2A497-17A0-B833-7490-E2A740CD536F}"/>
              </a:ext>
            </a:extLst>
          </p:cNvPr>
          <p:cNvSpPr txBox="1"/>
          <p:nvPr/>
        </p:nvSpPr>
        <p:spPr>
          <a:xfrm>
            <a:off x="8292215" y="2894649"/>
            <a:ext cx="1914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/>
              <a:t>Info</a:t>
            </a:r>
            <a:endParaRPr lang="en-IN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FE634E9-1B90-8EFE-CA55-006233026BEB}"/>
              </a:ext>
            </a:extLst>
          </p:cNvPr>
          <p:cNvSpPr txBox="1"/>
          <p:nvPr/>
        </p:nvSpPr>
        <p:spPr>
          <a:xfrm>
            <a:off x="10665127" y="850817"/>
            <a:ext cx="1077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Delete Group</a:t>
            </a:r>
            <a:endParaRPr lang="en-IN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674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7DBAAD0-0E7E-C5E0-A390-DEC8D8DC47AC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9D0293F-77EA-4112-DDD9-30C08CEE89A4}"/>
              </a:ext>
            </a:extLst>
          </p:cNvPr>
          <p:cNvSpPr/>
          <p:nvPr/>
        </p:nvSpPr>
        <p:spPr>
          <a:xfrm>
            <a:off x="3363517" y="496449"/>
            <a:ext cx="5865091" cy="5865091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A05787C-7A38-3335-73ED-1CEC4C769966}"/>
              </a:ext>
            </a:extLst>
          </p:cNvPr>
          <p:cNvSpPr/>
          <p:nvPr/>
        </p:nvSpPr>
        <p:spPr>
          <a:xfrm rot="1523639">
            <a:off x="6179039" y="906211"/>
            <a:ext cx="2838077" cy="2868073"/>
          </a:xfrm>
          <a:custGeom>
            <a:avLst/>
            <a:gdLst>
              <a:gd name="connsiteX0" fmla="*/ 0 w 2792235"/>
              <a:gd name="connsiteY0" fmla="*/ 83406 h 2842696"/>
              <a:gd name="connsiteX1" fmla="*/ 279743 w 2792235"/>
              <a:gd name="connsiteY1" fmla="*/ 29160 h 2842696"/>
              <a:gd name="connsiteX2" fmla="*/ 2644510 w 2792235"/>
              <a:gd name="connsiteY2" fmla="*/ 743276 h 2842696"/>
              <a:gd name="connsiteX3" fmla="*/ 2792235 w 2792235"/>
              <a:gd name="connsiteY3" fmla="*/ 888460 h 2842696"/>
              <a:gd name="connsiteX4" fmla="*/ 2792235 w 2792235"/>
              <a:gd name="connsiteY4" fmla="*/ 2842696 h 2842696"/>
              <a:gd name="connsiteX5" fmla="*/ 0 w 2792235"/>
              <a:gd name="connsiteY5" fmla="*/ 2842696 h 2842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92235" h="2842696">
                <a:moveTo>
                  <a:pt x="0" y="83406"/>
                </a:moveTo>
                <a:lnTo>
                  <a:pt x="279743" y="29160"/>
                </a:lnTo>
                <a:cubicBezTo>
                  <a:pt x="1136566" y="-93037"/>
                  <a:pt x="2004355" y="173332"/>
                  <a:pt x="2644510" y="743276"/>
                </a:cubicBezTo>
                <a:lnTo>
                  <a:pt x="2792235" y="888460"/>
                </a:lnTo>
                <a:lnTo>
                  <a:pt x="2792235" y="2842696"/>
                </a:lnTo>
                <a:lnTo>
                  <a:pt x="0" y="2842696"/>
                </a:lnTo>
                <a:close/>
              </a:path>
            </a:pathLst>
          </a:custGeom>
          <a:solidFill>
            <a:srgbClr val="4285F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6118D5F-88B3-43A9-1D20-E46EF678E42C}"/>
              </a:ext>
            </a:extLst>
          </p:cNvPr>
          <p:cNvSpPr/>
          <p:nvPr/>
        </p:nvSpPr>
        <p:spPr>
          <a:xfrm rot="1581086">
            <a:off x="3715058" y="3442651"/>
            <a:ext cx="2623377" cy="2502208"/>
          </a:xfrm>
          <a:custGeom>
            <a:avLst/>
            <a:gdLst>
              <a:gd name="connsiteX0" fmla="*/ 0 w 2623377"/>
              <a:gd name="connsiteY0" fmla="*/ 0 h 2502208"/>
              <a:gd name="connsiteX1" fmla="*/ 2623377 w 2623377"/>
              <a:gd name="connsiteY1" fmla="*/ 0 h 2502208"/>
              <a:gd name="connsiteX2" fmla="*/ 2623377 w 2623377"/>
              <a:gd name="connsiteY2" fmla="*/ 2410428 h 2502208"/>
              <a:gd name="connsiteX3" fmla="*/ 2361467 w 2623377"/>
              <a:gd name="connsiteY3" fmla="*/ 2465772 h 2502208"/>
              <a:gd name="connsiteX4" fmla="*/ 209540 w 2623377"/>
              <a:gd name="connsiteY4" fmla="*/ 1966166 h 2502208"/>
              <a:gd name="connsiteX5" fmla="*/ 0 w 2623377"/>
              <a:gd name="connsiteY5" fmla="*/ 1802883 h 250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23377" h="2502208">
                <a:moveTo>
                  <a:pt x="0" y="0"/>
                </a:moveTo>
                <a:lnTo>
                  <a:pt x="2623377" y="0"/>
                </a:lnTo>
                <a:lnTo>
                  <a:pt x="2623377" y="2410428"/>
                </a:lnTo>
                <a:lnTo>
                  <a:pt x="2361467" y="2465772"/>
                </a:lnTo>
                <a:cubicBezTo>
                  <a:pt x="1601768" y="2587103"/>
                  <a:pt x="828276" y="2401607"/>
                  <a:pt x="209540" y="1966166"/>
                </a:cubicBezTo>
                <a:lnTo>
                  <a:pt x="0" y="1802883"/>
                </a:lnTo>
                <a:close/>
              </a:path>
            </a:pathLst>
          </a:custGeom>
          <a:solidFill>
            <a:srgbClr val="0F9D58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B9F86070-55B2-D13E-AB72-531C5E0CDE2D}"/>
              </a:ext>
            </a:extLst>
          </p:cNvPr>
          <p:cNvSpPr/>
          <p:nvPr/>
        </p:nvSpPr>
        <p:spPr>
          <a:xfrm rot="6995548">
            <a:off x="5824122" y="4307402"/>
            <a:ext cx="3128578" cy="2136808"/>
          </a:xfrm>
          <a:custGeom>
            <a:avLst/>
            <a:gdLst>
              <a:gd name="connsiteX0" fmla="*/ 0 w 3128578"/>
              <a:gd name="connsiteY0" fmla="*/ 2096115 h 2096115"/>
              <a:gd name="connsiteX1" fmla="*/ 1 w 3128578"/>
              <a:gd name="connsiteY1" fmla="*/ 20965 h 2096115"/>
              <a:gd name="connsiteX2" fmla="*/ 131831 w 3128578"/>
              <a:gd name="connsiteY2" fmla="*/ 5968 h 2096115"/>
              <a:gd name="connsiteX3" fmla="*/ 2942995 w 3128578"/>
              <a:gd name="connsiteY3" fmla="*/ 1620458 h 2096115"/>
              <a:gd name="connsiteX4" fmla="*/ 3063675 w 3128578"/>
              <a:gd name="connsiteY4" fmla="*/ 1895353 h 2096115"/>
              <a:gd name="connsiteX5" fmla="*/ 3128578 w 3128578"/>
              <a:gd name="connsiteY5" fmla="*/ 2096115 h 20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8578" h="2096115">
                <a:moveTo>
                  <a:pt x="0" y="2096115"/>
                </a:moveTo>
                <a:lnTo>
                  <a:pt x="1" y="20965"/>
                </a:lnTo>
                <a:lnTo>
                  <a:pt x="131831" y="5968"/>
                </a:lnTo>
                <a:cubicBezTo>
                  <a:pt x="1272305" y="-67100"/>
                  <a:pt x="2399245" y="534258"/>
                  <a:pt x="2942995" y="1620458"/>
                </a:cubicBezTo>
                <a:cubicBezTo>
                  <a:pt x="2988308" y="1710975"/>
                  <a:pt x="3028498" y="1802716"/>
                  <a:pt x="3063675" y="1895353"/>
                </a:cubicBezTo>
                <a:lnTo>
                  <a:pt x="3128578" y="2096115"/>
                </a:lnTo>
                <a:close/>
              </a:path>
            </a:pathLst>
          </a:custGeom>
          <a:solidFill>
            <a:srgbClr val="DB4437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E188D3-2BC3-B00B-2136-D94E20ADFA1F}"/>
              </a:ext>
            </a:extLst>
          </p:cNvPr>
          <p:cNvSpPr/>
          <p:nvPr/>
        </p:nvSpPr>
        <p:spPr>
          <a:xfrm>
            <a:off x="2467655" y="2454441"/>
            <a:ext cx="7599981" cy="20903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CE5344-6AB1-AC7D-044B-ED1AFB21A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40165" r="16435" b="35674"/>
          <a:stretch>
            <a:fillRect/>
          </a:stretch>
        </p:blipFill>
        <p:spPr>
          <a:xfrm>
            <a:off x="2867782" y="2754527"/>
            <a:ext cx="6856563" cy="1656945"/>
          </a:xfrm>
          <a:custGeom>
            <a:avLst/>
            <a:gdLst/>
            <a:ahLst/>
            <a:cxnLst/>
            <a:rect l="l" t="t" r="r" b="b"/>
            <a:pathLst>
              <a:path w="6856563" h="1656945">
                <a:moveTo>
                  <a:pt x="4802581" y="589136"/>
                </a:moveTo>
                <a:cubicBezTo>
                  <a:pt x="4786846" y="589136"/>
                  <a:pt x="4771268" y="591496"/>
                  <a:pt x="4755847" y="596217"/>
                </a:cubicBezTo>
                <a:cubicBezTo>
                  <a:pt x="4740426" y="600937"/>
                  <a:pt x="4724691" y="608648"/>
                  <a:pt x="4708641" y="619348"/>
                </a:cubicBezTo>
                <a:cubicBezTo>
                  <a:pt x="4692590" y="630048"/>
                  <a:pt x="4676068" y="643895"/>
                  <a:pt x="4659074" y="660889"/>
                </a:cubicBezTo>
                <a:cubicBezTo>
                  <a:pt x="4642080" y="677884"/>
                  <a:pt x="4624141" y="698969"/>
                  <a:pt x="4605259" y="724146"/>
                </a:cubicBezTo>
                <a:lnTo>
                  <a:pt x="4605259" y="1001720"/>
                </a:lnTo>
                <a:cubicBezTo>
                  <a:pt x="4638618" y="1043891"/>
                  <a:pt x="4670403" y="1076463"/>
                  <a:pt x="4700616" y="1099437"/>
                </a:cubicBezTo>
                <a:cubicBezTo>
                  <a:pt x="4730828" y="1122411"/>
                  <a:pt x="4762298" y="1133898"/>
                  <a:pt x="4795028" y="1133898"/>
                </a:cubicBezTo>
                <a:cubicBezTo>
                  <a:pt x="4825870" y="1133898"/>
                  <a:pt x="4852148" y="1126030"/>
                  <a:pt x="4873863" y="1110294"/>
                </a:cubicBezTo>
                <a:cubicBezTo>
                  <a:pt x="4895578" y="1094559"/>
                  <a:pt x="4913359" y="1073946"/>
                  <a:pt x="4927206" y="1048454"/>
                </a:cubicBezTo>
                <a:cubicBezTo>
                  <a:pt x="4941053" y="1022963"/>
                  <a:pt x="4951282" y="994167"/>
                  <a:pt x="4957891" y="962066"/>
                </a:cubicBezTo>
                <a:cubicBezTo>
                  <a:pt x="4964499" y="929966"/>
                  <a:pt x="4967804" y="897866"/>
                  <a:pt x="4967804" y="865765"/>
                </a:cubicBezTo>
                <a:cubicBezTo>
                  <a:pt x="4967804" y="829888"/>
                  <a:pt x="4965129" y="795428"/>
                  <a:pt x="4959779" y="762383"/>
                </a:cubicBezTo>
                <a:cubicBezTo>
                  <a:pt x="4954429" y="729339"/>
                  <a:pt x="4945302" y="699913"/>
                  <a:pt x="4932399" y="674107"/>
                </a:cubicBezTo>
                <a:cubicBezTo>
                  <a:pt x="4919496" y="648301"/>
                  <a:pt x="4902501" y="627687"/>
                  <a:pt x="4881416" y="612267"/>
                </a:cubicBezTo>
                <a:cubicBezTo>
                  <a:pt x="4860330" y="596846"/>
                  <a:pt x="4834052" y="589136"/>
                  <a:pt x="4802581" y="589136"/>
                </a:cubicBezTo>
                <a:close/>
                <a:moveTo>
                  <a:pt x="1267504" y="587247"/>
                </a:moveTo>
                <a:cubicBezTo>
                  <a:pt x="1236663" y="587247"/>
                  <a:pt x="1210070" y="594958"/>
                  <a:pt x="1187726" y="610378"/>
                </a:cubicBezTo>
                <a:cubicBezTo>
                  <a:pt x="1165381" y="625799"/>
                  <a:pt x="1147443" y="646413"/>
                  <a:pt x="1133910" y="672219"/>
                </a:cubicBezTo>
                <a:cubicBezTo>
                  <a:pt x="1120378" y="698025"/>
                  <a:pt x="1110307" y="726821"/>
                  <a:pt x="1103698" y="758607"/>
                </a:cubicBezTo>
                <a:cubicBezTo>
                  <a:pt x="1097089" y="790392"/>
                  <a:pt x="1093785" y="822965"/>
                  <a:pt x="1093785" y="856324"/>
                </a:cubicBezTo>
                <a:cubicBezTo>
                  <a:pt x="1093785" y="891571"/>
                  <a:pt x="1096617" y="926032"/>
                  <a:pt x="1102282" y="959706"/>
                </a:cubicBezTo>
                <a:cubicBezTo>
                  <a:pt x="1107947" y="993380"/>
                  <a:pt x="1117231" y="1023120"/>
                  <a:pt x="1130134" y="1048926"/>
                </a:cubicBezTo>
                <a:cubicBezTo>
                  <a:pt x="1143037" y="1074732"/>
                  <a:pt x="1160189" y="1095503"/>
                  <a:pt x="1181589" y="1111239"/>
                </a:cubicBezTo>
                <a:cubicBezTo>
                  <a:pt x="1202989" y="1126974"/>
                  <a:pt x="1230054" y="1134842"/>
                  <a:pt x="1262784" y="1134842"/>
                </a:cubicBezTo>
                <a:cubicBezTo>
                  <a:pt x="1279149" y="1134842"/>
                  <a:pt x="1295042" y="1132481"/>
                  <a:pt x="1310462" y="1127761"/>
                </a:cubicBezTo>
                <a:cubicBezTo>
                  <a:pt x="1325883" y="1123040"/>
                  <a:pt x="1341619" y="1115330"/>
                  <a:pt x="1357669" y="1104630"/>
                </a:cubicBezTo>
                <a:cubicBezTo>
                  <a:pt x="1373719" y="1093929"/>
                  <a:pt x="1390241" y="1079925"/>
                  <a:pt x="1407236" y="1062616"/>
                </a:cubicBezTo>
                <a:cubicBezTo>
                  <a:pt x="1424230" y="1045307"/>
                  <a:pt x="1442798" y="1024064"/>
                  <a:pt x="1462939" y="998887"/>
                </a:cubicBezTo>
                <a:lnTo>
                  <a:pt x="1462939" y="719425"/>
                </a:lnTo>
                <a:cubicBezTo>
                  <a:pt x="1428950" y="676625"/>
                  <a:pt x="1396378" y="643895"/>
                  <a:pt x="1365222" y="621236"/>
                </a:cubicBezTo>
                <a:cubicBezTo>
                  <a:pt x="1334066" y="598577"/>
                  <a:pt x="1301493" y="587247"/>
                  <a:pt x="1267504" y="587247"/>
                </a:cubicBezTo>
                <a:close/>
                <a:moveTo>
                  <a:pt x="6000773" y="402198"/>
                </a:moveTo>
                <a:cubicBezTo>
                  <a:pt x="6024061" y="402198"/>
                  <a:pt x="6043259" y="403142"/>
                  <a:pt x="6058365" y="405031"/>
                </a:cubicBezTo>
                <a:cubicBezTo>
                  <a:pt x="6073471" y="406919"/>
                  <a:pt x="6085587" y="409594"/>
                  <a:pt x="6094714" y="413056"/>
                </a:cubicBezTo>
                <a:cubicBezTo>
                  <a:pt x="6103840" y="416517"/>
                  <a:pt x="6110292" y="420609"/>
                  <a:pt x="6114069" y="425329"/>
                </a:cubicBezTo>
                <a:cubicBezTo>
                  <a:pt x="6117845" y="430050"/>
                  <a:pt x="6119733" y="435557"/>
                  <a:pt x="6119733" y="441852"/>
                </a:cubicBezTo>
                <a:lnTo>
                  <a:pt x="6119733" y="1282126"/>
                </a:lnTo>
                <a:cubicBezTo>
                  <a:pt x="6119733" y="1288420"/>
                  <a:pt x="6117845" y="1293927"/>
                  <a:pt x="6114069" y="1298648"/>
                </a:cubicBezTo>
                <a:cubicBezTo>
                  <a:pt x="6110292" y="1303369"/>
                  <a:pt x="6103840" y="1307303"/>
                  <a:pt x="6094714" y="1310450"/>
                </a:cubicBezTo>
                <a:cubicBezTo>
                  <a:pt x="6085587" y="1313597"/>
                  <a:pt x="6073471" y="1315957"/>
                  <a:pt x="6058365" y="1317531"/>
                </a:cubicBezTo>
                <a:cubicBezTo>
                  <a:pt x="6043259" y="1319104"/>
                  <a:pt x="6024061" y="1319891"/>
                  <a:pt x="6000773" y="1319891"/>
                </a:cubicBezTo>
                <a:cubicBezTo>
                  <a:pt x="5977485" y="1319891"/>
                  <a:pt x="5958287" y="1319104"/>
                  <a:pt x="5943181" y="1317531"/>
                </a:cubicBezTo>
                <a:cubicBezTo>
                  <a:pt x="5928075" y="1315957"/>
                  <a:pt x="5915959" y="1313597"/>
                  <a:pt x="5906833" y="1310450"/>
                </a:cubicBezTo>
                <a:cubicBezTo>
                  <a:pt x="5897706" y="1307303"/>
                  <a:pt x="5891254" y="1303369"/>
                  <a:pt x="5887477" y="1298648"/>
                </a:cubicBezTo>
                <a:cubicBezTo>
                  <a:pt x="5883701" y="1293927"/>
                  <a:pt x="5881813" y="1288420"/>
                  <a:pt x="5881813" y="1282126"/>
                </a:cubicBezTo>
                <a:lnTo>
                  <a:pt x="5881813" y="441852"/>
                </a:lnTo>
                <a:cubicBezTo>
                  <a:pt x="5881813" y="435557"/>
                  <a:pt x="5883701" y="430050"/>
                  <a:pt x="5887477" y="425329"/>
                </a:cubicBezTo>
                <a:cubicBezTo>
                  <a:pt x="5891254" y="420609"/>
                  <a:pt x="5897706" y="416517"/>
                  <a:pt x="5906833" y="413056"/>
                </a:cubicBezTo>
                <a:cubicBezTo>
                  <a:pt x="5915959" y="409594"/>
                  <a:pt x="5928075" y="406919"/>
                  <a:pt x="5943181" y="405031"/>
                </a:cubicBezTo>
                <a:cubicBezTo>
                  <a:pt x="5958287" y="403142"/>
                  <a:pt x="5977485" y="402198"/>
                  <a:pt x="6000773" y="402198"/>
                </a:cubicBezTo>
                <a:close/>
                <a:moveTo>
                  <a:pt x="3095649" y="402198"/>
                </a:moveTo>
                <a:cubicBezTo>
                  <a:pt x="3118937" y="402198"/>
                  <a:pt x="3138134" y="403142"/>
                  <a:pt x="3153240" y="405031"/>
                </a:cubicBezTo>
                <a:cubicBezTo>
                  <a:pt x="3168346" y="406919"/>
                  <a:pt x="3180463" y="409594"/>
                  <a:pt x="3189589" y="413056"/>
                </a:cubicBezTo>
                <a:cubicBezTo>
                  <a:pt x="3198716" y="416517"/>
                  <a:pt x="3205167" y="420609"/>
                  <a:pt x="3208944" y="425329"/>
                </a:cubicBezTo>
                <a:cubicBezTo>
                  <a:pt x="3212720" y="430050"/>
                  <a:pt x="3214609" y="435557"/>
                  <a:pt x="3214609" y="441852"/>
                </a:cubicBezTo>
                <a:lnTo>
                  <a:pt x="3214609" y="1282126"/>
                </a:lnTo>
                <a:cubicBezTo>
                  <a:pt x="3214609" y="1288420"/>
                  <a:pt x="3212720" y="1293927"/>
                  <a:pt x="3208944" y="1298648"/>
                </a:cubicBezTo>
                <a:cubicBezTo>
                  <a:pt x="3205167" y="1303369"/>
                  <a:pt x="3198716" y="1307303"/>
                  <a:pt x="3189589" y="1310450"/>
                </a:cubicBezTo>
                <a:cubicBezTo>
                  <a:pt x="3180463" y="1313597"/>
                  <a:pt x="3168346" y="1315957"/>
                  <a:pt x="3153240" y="1317531"/>
                </a:cubicBezTo>
                <a:cubicBezTo>
                  <a:pt x="3138134" y="1319104"/>
                  <a:pt x="3118937" y="1319891"/>
                  <a:pt x="3095649" y="1319891"/>
                </a:cubicBezTo>
                <a:cubicBezTo>
                  <a:pt x="3072360" y="1319891"/>
                  <a:pt x="3053163" y="1319104"/>
                  <a:pt x="3038057" y="1317531"/>
                </a:cubicBezTo>
                <a:cubicBezTo>
                  <a:pt x="3022951" y="1315957"/>
                  <a:pt x="3010834" y="1313597"/>
                  <a:pt x="3001708" y="1310450"/>
                </a:cubicBezTo>
                <a:cubicBezTo>
                  <a:pt x="2992581" y="1307303"/>
                  <a:pt x="2986130" y="1303369"/>
                  <a:pt x="2982353" y="1298648"/>
                </a:cubicBezTo>
                <a:cubicBezTo>
                  <a:pt x="2978577" y="1293927"/>
                  <a:pt x="2976688" y="1288420"/>
                  <a:pt x="2976688" y="1282126"/>
                </a:cubicBezTo>
                <a:lnTo>
                  <a:pt x="2976688" y="441852"/>
                </a:lnTo>
                <a:cubicBezTo>
                  <a:pt x="2976688" y="435557"/>
                  <a:pt x="2978577" y="430050"/>
                  <a:pt x="2982353" y="425329"/>
                </a:cubicBezTo>
                <a:cubicBezTo>
                  <a:pt x="2986130" y="420609"/>
                  <a:pt x="2992581" y="416517"/>
                  <a:pt x="3001708" y="413056"/>
                </a:cubicBezTo>
                <a:cubicBezTo>
                  <a:pt x="3010834" y="409594"/>
                  <a:pt x="3022951" y="406919"/>
                  <a:pt x="3038057" y="405031"/>
                </a:cubicBezTo>
                <a:cubicBezTo>
                  <a:pt x="3053163" y="403142"/>
                  <a:pt x="3072360" y="402198"/>
                  <a:pt x="3095649" y="402198"/>
                </a:cubicBezTo>
                <a:close/>
                <a:moveTo>
                  <a:pt x="2051759" y="402198"/>
                </a:moveTo>
                <a:cubicBezTo>
                  <a:pt x="2075047" y="402198"/>
                  <a:pt x="2094245" y="402985"/>
                  <a:pt x="2109351" y="404558"/>
                </a:cubicBezTo>
                <a:cubicBezTo>
                  <a:pt x="2124457" y="406132"/>
                  <a:pt x="2136573" y="408492"/>
                  <a:pt x="2145699" y="411639"/>
                </a:cubicBezTo>
                <a:cubicBezTo>
                  <a:pt x="2154826" y="414786"/>
                  <a:pt x="2161278" y="418720"/>
                  <a:pt x="2165054" y="423441"/>
                </a:cubicBezTo>
                <a:cubicBezTo>
                  <a:pt x="2168831" y="428162"/>
                  <a:pt x="2170719" y="433669"/>
                  <a:pt x="2170719" y="439963"/>
                </a:cubicBezTo>
                <a:lnTo>
                  <a:pt x="2170719" y="915804"/>
                </a:lnTo>
                <a:cubicBezTo>
                  <a:pt x="2170719" y="959863"/>
                  <a:pt x="2173551" y="993537"/>
                  <a:pt x="2179216" y="1016826"/>
                </a:cubicBezTo>
                <a:cubicBezTo>
                  <a:pt x="2184881" y="1040114"/>
                  <a:pt x="2193535" y="1060098"/>
                  <a:pt x="2205180" y="1076778"/>
                </a:cubicBezTo>
                <a:cubicBezTo>
                  <a:pt x="2216824" y="1093458"/>
                  <a:pt x="2231615" y="1106361"/>
                  <a:pt x="2249554" y="1115487"/>
                </a:cubicBezTo>
                <a:cubicBezTo>
                  <a:pt x="2267492" y="1124614"/>
                  <a:pt x="2288420" y="1129177"/>
                  <a:pt x="2312338" y="1129177"/>
                </a:cubicBezTo>
                <a:cubicBezTo>
                  <a:pt x="2342550" y="1129177"/>
                  <a:pt x="2372920" y="1118162"/>
                  <a:pt x="2403447" y="1096133"/>
                </a:cubicBezTo>
                <a:cubicBezTo>
                  <a:pt x="2433974" y="1074103"/>
                  <a:pt x="2466546" y="1042002"/>
                  <a:pt x="2501164" y="999831"/>
                </a:cubicBezTo>
                <a:lnTo>
                  <a:pt x="2501164" y="439963"/>
                </a:lnTo>
                <a:cubicBezTo>
                  <a:pt x="2501164" y="433669"/>
                  <a:pt x="2502895" y="428162"/>
                  <a:pt x="2506357" y="423441"/>
                </a:cubicBezTo>
                <a:cubicBezTo>
                  <a:pt x="2509818" y="418720"/>
                  <a:pt x="2516113" y="414786"/>
                  <a:pt x="2525239" y="411639"/>
                </a:cubicBezTo>
                <a:cubicBezTo>
                  <a:pt x="2534366" y="408492"/>
                  <a:pt x="2546482" y="406132"/>
                  <a:pt x="2561588" y="404558"/>
                </a:cubicBezTo>
                <a:cubicBezTo>
                  <a:pt x="2576694" y="402985"/>
                  <a:pt x="2595892" y="402198"/>
                  <a:pt x="2619180" y="402198"/>
                </a:cubicBezTo>
                <a:cubicBezTo>
                  <a:pt x="2642468" y="402198"/>
                  <a:pt x="2661666" y="402985"/>
                  <a:pt x="2676772" y="404558"/>
                </a:cubicBezTo>
                <a:cubicBezTo>
                  <a:pt x="2691878" y="406132"/>
                  <a:pt x="2703837" y="408492"/>
                  <a:pt x="2712649" y="411639"/>
                </a:cubicBezTo>
                <a:cubicBezTo>
                  <a:pt x="2721461" y="414786"/>
                  <a:pt x="2727755" y="418720"/>
                  <a:pt x="2731531" y="423441"/>
                </a:cubicBezTo>
                <a:cubicBezTo>
                  <a:pt x="2735308" y="428162"/>
                  <a:pt x="2737196" y="433669"/>
                  <a:pt x="2737196" y="439963"/>
                </a:cubicBezTo>
                <a:lnTo>
                  <a:pt x="2737196" y="1282126"/>
                </a:lnTo>
                <a:cubicBezTo>
                  <a:pt x="2737196" y="1288420"/>
                  <a:pt x="2735623" y="1293927"/>
                  <a:pt x="2732475" y="1298648"/>
                </a:cubicBezTo>
                <a:cubicBezTo>
                  <a:pt x="2729328" y="1303369"/>
                  <a:pt x="2723821" y="1307303"/>
                  <a:pt x="2715953" y="1310450"/>
                </a:cubicBezTo>
                <a:cubicBezTo>
                  <a:pt x="2708085" y="1313597"/>
                  <a:pt x="2697700" y="1315957"/>
                  <a:pt x="2684797" y="1317531"/>
                </a:cubicBezTo>
                <a:cubicBezTo>
                  <a:pt x="2671894" y="1319104"/>
                  <a:pt x="2655686" y="1319891"/>
                  <a:pt x="2636174" y="1319891"/>
                </a:cubicBezTo>
                <a:cubicBezTo>
                  <a:pt x="2615403" y="1319891"/>
                  <a:pt x="2598566" y="1319104"/>
                  <a:pt x="2585663" y="1317531"/>
                </a:cubicBezTo>
                <a:cubicBezTo>
                  <a:pt x="2572760" y="1315957"/>
                  <a:pt x="2562532" y="1313597"/>
                  <a:pt x="2554979" y="1310450"/>
                </a:cubicBezTo>
                <a:cubicBezTo>
                  <a:pt x="2547426" y="1307303"/>
                  <a:pt x="2542076" y="1303369"/>
                  <a:pt x="2538929" y="1298648"/>
                </a:cubicBezTo>
                <a:cubicBezTo>
                  <a:pt x="2535782" y="1293927"/>
                  <a:pt x="2534208" y="1288420"/>
                  <a:pt x="2534208" y="1282126"/>
                </a:cubicBezTo>
                <a:lnTo>
                  <a:pt x="2534208" y="1184881"/>
                </a:lnTo>
                <a:cubicBezTo>
                  <a:pt x="2487632" y="1235234"/>
                  <a:pt x="2440268" y="1272999"/>
                  <a:pt x="2392117" y="1298176"/>
                </a:cubicBezTo>
                <a:cubicBezTo>
                  <a:pt x="2343967" y="1323353"/>
                  <a:pt x="2294085" y="1335941"/>
                  <a:pt x="2242472" y="1335941"/>
                </a:cubicBezTo>
                <a:cubicBezTo>
                  <a:pt x="2184566" y="1335941"/>
                  <a:pt x="2135944" y="1326500"/>
                  <a:pt x="2096605" y="1307617"/>
                </a:cubicBezTo>
                <a:cubicBezTo>
                  <a:pt x="2057266" y="1288735"/>
                  <a:pt x="2025481" y="1262929"/>
                  <a:pt x="2001248" y="1230199"/>
                </a:cubicBezTo>
                <a:cubicBezTo>
                  <a:pt x="1977016" y="1197469"/>
                  <a:pt x="1959706" y="1159547"/>
                  <a:pt x="1949321" y="1116431"/>
                </a:cubicBezTo>
                <a:cubicBezTo>
                  <a:pt x="1938935" y="1073316"/>
                  <a:pt x="1933743" y="1019658"/>
                  <a:pt x="1933743" y="955457"/>
                </a:cubicBezTo>
                <a:lnTo>
                  <a:pt x="1933743" y="439963"/>
                </a:lnTo>
                <a:cubicBezTo>
                  <a:pt x="1933743" y="433669"/>
                  <a:pt x="1935474" y="428162"/>
                  <a:pt x="1938935" y="423441"/>
                </a:cubicBezTo>
                <a:cubicBezTo>
                  <a:pt x="1942397" y="418720"/>
                  <a:pt x="1948692" y="414786"/>
                  <a:pt x="1957818" y="411639"/>
                </a:cubicBezTo>
                <a:cubicBezTo>
                  <a:pt x="1966945" y="408492"/>
                  <a:pt x="1979218" y="406132"/>
                  <a:pt x="1994639" y="404558"/>
                </a:cubicBezTo>
                <a:cubicBezTo>
                  <a:pt x="2010060" y="402985"/>
                  <a:pt x="2029100" y="402198"/>
                  <a:pt x="2051759" y="402198"/>
                </a:cubicBezTo>
                <a:close/>
                <a:moveTo>
                  <a:pt x="4872447" y="386148"/>
                </a:moveTo>
                <a:cubicBezTo>
                  <a:pt x="4934130" y="386148"/>
                  <a:pt x="4986686" y="398264"/>
                  <a:pt x="5030116" y="422497"/>
                </a:cubicBezTo>
                <a:cubicBezTo>
                  <a:pt x="5073546" y="446730"/>
                  <a:pt x="5108951" y="479932"/>
                  <a:pt x="5136331" y="522102"/>
                </a:cubicBezTo>
                <a:cubicBezTo>
                  <a:pt x="5163711" y="564274"/>
                  <a:pt x="5183695" y="613368"/>
                  <a:pt x="5196283" y="669387"/>
                </a:cubicBezTo>
                <a:cubicBezTo>
                  <a:pt x="5208871" y="725405"/>
                  <a:pt x="5215166" y="785200"/>
                  <a:pt x="5215166" y="848771"/>
                </a:cubicBezTo>
                <a:cubicBezTo>
                  <a:pt x="5215166" y="923672"/>
                  <a:pt x="5207140" y="991177"/>
                  <a:pt x="5191090" y="1051286"/>
                </a:cubicBezTo>
                <a:cubicBezTo>
                  <a:pt x="5175040" y="1111396"/>
                  <a:pt x="5151594" y="1162536"/>
                  <a:pt x="5120753" y="1204707"/>
                </a:cubicBezTo>
                <a:cubicBezTo>
                  <a:pt x="5089911" y="1246878"/>
                  <a:pt x="5051517" y="1279293"/>
                  <a:pt x="5005569" y="1301953"/>
                </a:cubicBezTo>
                <a:cubicBezTo>
                  <a:pt x="4959621" y="1324612"/>
                  <a:pt x="4907065" y="1335941"/>
                  <a:pt x="4847900" y="1335941"/>
                </a:cubicBezTo>
                <a:cubicBezTo>
                  <a:pt x="4823352" y="1335941"/>
                  <a:pt x="4800851" y="1333581"/>
                  <a:pt x="4780394" y="1328860"/>
                </a:cubicBezTo>
                <a:cubicBezTo>
                  <a:pt x="4759938" y="1324140"/>
                  <a:pt x="4740112" y="1316901"/>
                  <a:pt x="4720914" y="1307145"/>
                </a:cubicBezTo>
                <a:cubicBezTo>
                  <a:pt x="4701717" y="1297389"/>
                  <a:pt x="4682677" y="1285273"/>
                  <a:pt x="4663795" y="1270796"/>
                </a:cubicBezTo>
                <a:cubicBezTo>
                  <a:pt x="4644912" y="1256320"/>
                  <a:pt x="4625400" y="1239325"/>
                  <a:pt x="4605259" y="1219813"/>
                </a:cubicBezTo>
                <a:lnTo>
                  <a:pt x="4605259" y="1616347"/>
                </a:lnTo>
                <a:cubicBezTo>
                  <a:pt x="4605259" y="1622641"/>
                  <a:pt x="4603371" y="1628306"/>
                  <a:pt x="4599594" y="1633342"/>
                </a:cubicBezTo>
                <a:cubicBezTo>
                  <a:pt x="4595818" y="1638377"/>
                  <a:pt x="4589366" y="1642625"/>
                  <a:pt x="4580239" y="1646087"/>
                </a:cubicBezTo>
                <a:cubicBezTo>
                  <a:pt x="4571113" y="1649549"/>
                  <a:pt x="4558997" y="1652224"/>
                  <a:pt x="4543891" y="1654112"/>
                </a:cubicBezTo>
                <a:cubicBezTo>
                  <a:pt x="4528784" y="1656001"/>
                  <a:pt x="4509587" y="1656945"/>
                  <a:pt x="4486299" y="1656945"/>
                </a:cubicBezTo>
                <a:cubicBezTo>
                  <a:pt x="4463010" y="1656945"/>
                  <a:pt x="4443813" y="1656001"/>
                  <a:pt x="4428707" y="1654112"/>
                </a:cubicBezTo>
                <a:cubicBezTo>
                  <a:pt x="4413601" y="1652224"/>
                  <a:pt x="4401485" y="1649549"/>
                  <a:pt x="4392358" y="1646087"/>
                </a:cubicBezTo>
                <a:cubicBezTo>
                  <a:pt x="4383231" y="1642625"/>
                  <a:pt x="4376780" y="1638377"/>
                  <a:pt x="4373003" y="1633342"/>
                </a:cubicBezTo>
                <a:cubicBezTo>
                  <a:pt x="4369227" y="1628306"/>
                  <a:pt x="4367338" y="1622641"/>
                  <a:pt x="4367338" y="1616347"/>
                </a:cubicBezTo>
                <a:lnTo>
                  <a:pt x="4367338" y="439963"/>
                </a:lnTo>
                <a:cubicBezTo>
                  <a:pt x="4367338" y="433669"/>
                  <a:pt x="4368912" y="428162"/>
                  <a:pt x="4372059" y="423441"/>
                </a:cubicBezTo>
                <a:cubicBezTo>
                  <a:pt x="4375206" y="418720"/>
                  <a:pt x="4380714" y="414786"/>
                  <a:pt x="4388581" y="411639"/>
                </a:cubicBezTo>
                <a:cubicBezTo>
                  <a:pt x="4396449" y="408492"/>
                  <a:pt x="4406835" y="406132"/>
                  <a:pt x="4419738" y="404558"/>
                </a:cubicBezTo>
                <a:cubicBezTo>
                  <a:pt x="4432641" y="402985"/>
                  <a:pt x="4448848" y="402198"/>
                  <a:pt x="4468360" y="402198"/>
                </a:cubicBezTo>
                <a:cubicBezTo>
                  <a:pt x="4487243" y="402198"/>
                  <a:pt x="4503136" y="402985"/>
                  <a:pt x="4516039" y="404558"/>
                </a:cubicBezTo>
                <a:cubicBezTo>
                  <a:pt x="4528942" y="406132"/>
                  <a:pt x="4539327" y="408492"/>
                  <a:pt x="4547195" y="411639"/>
                </a:cubicBezTo>
                <a:cubicBezTo>
                  <a:pt x="4555063" y="414786"/>
                  <a:pt x="4560570" y="418720"/>
                  <a:pt x="4563717" y="423441"/>
                </a:cubicBezTo>
                <a:cubicBezTo>
                  <a:pt x="4566864" y="428162"/>
                  <a:pt x="4568438" y="433669"/>
                  <a:pt x="4568438" y="439963"/>
                </a:cubicBezTo>
                <a:lnTo>
                  <a:pt x="4568438" y="539097"/>
                </a:lnTo>
                <a:cubicBezTo>
                  <a:pt x="4592985" y="513920"/>
                  <a:pt x="4617060" y="491733"/>
                  <a:pt x="4640664" y="472536"/>
                </a:cubicBezTo>
                <a:cubicBezTo>
                  <a:pt x="4664267" y="453338"/>
                  <a:pt x="4688342" y="437288"/>
                  <a:pt x="4712889" y="424385"/>
                </a:cubicBezTo>
                <a:cubicBezTo>
                  <a:pt x="4737437" y="411482"/>
                  <a:pt x="4762770" y="401883"/>
                  <a:pt x="4788892" y="395589"/>
                </a:cubicBezTo>
                <a:cubicBezTo>
                  <a:pt x="4815012" y="389295"/>
                  <a:pt x="4842864" y="386148"/>
                  <a:pt x="4872447" y="386148"/>
                </a:cubicBezTo>
                <a:close/>
                <a:moveTo>
                  <a:pt x="1224075" y="386148"/>
                </a:moveTo>
                <a:cubicBezTo>
                  <a:pt x="1247363" y="386148"/>
                  <a:pt x="1269708" y="388508"/>
                  <a:pt x="1291108" y="393229"/>
                </a:cubicBezTo>
                <a:cubicBezTo>
                  <a:pt x="1312508" y="397950"/>
                  <a:pt x="1333908" y="406132"/>
                  <a:pt x="1355308" y="417776"/>
                </a:cubicBezTo>
                <a:cubicBezTo>
                  <a:pt x="1376708" y="429420"/>
                  <a:pt x="1398896" y="444527"/>
                  <a:pt x="1421869" y="463094"/>
                </a:cubicBezTo>
                <a:cubicBezTo>
                  <a:pt x="1444843" y="481662"/>
                  <a:pt x="1470177" y="504479"/>
                  <a:pt x="1497872" y="531544"/>
                </a:cubicBezTo>
                <a:lnTo>
                  <a:pt x="1497872" y="439963"/>
                </a:lnTo>
                <a:cubicBezTo>
                  <a:pt x="1497872" y="433669"/>
                  <a:pt x="1499603" y="428162"/>
                  <a:pt x="1503065" y="423441"/>
                </a:cubicBezTo>
                <a:cubicBezTo>
                  <a:pt x="1506526" y="418720"/>
                  <a:pt x="1512191" y="414786"/>
                  <a:pt x="1520059" y="411639"/>
                </a:cubicBezTo>
                <a:cubicBezTo>
                  <a:pt x="1527927" y="408492"/>
                  <a:pt x="1538155" y="406132"/>
                  <a:pt x="1550743" y="404558"/>
                </a:cubicBezTo>
                <a:cubicBezTo>
                  <a:pt x="1563332" y="402985"/>
                  <a:pt x="1579696" y="402198"/>
                  <a:pt x="1599838" y="402198"/>
                </a:cubicBezTo>
                <a:cubicBezTo>
                  <a:pt x="1618720" y="402198"/>
                  <a:pt x="1634613" y="402985"/>
                  <a:pt x="1647516" y="404558"/>
                </a:cubicBezTo>
                <a:cubicBezTo>
                  <a:pt x="1660419" y="406132"/>
                  <a:pt x="1670647" y="408492"/>
                  <a:pt x="1678200" y="411639"/>
                </a:cubicBezTo>
                <a:cubicBezTo>
                  <a:pt x="1685753" y="414786"/>
                  <a:pt x="1691103" y="418720"/>
                  <a:pt x="1694251" y="423441"/>
                </a:cubicBezTo>
                <a:cubicBezTo>
                  <a:pt x="1697398" y="428162"/>
                  <a:pt x="1698971" y="433669"/>
                  <a:pt x="1698971" y="439963"/>
                </a:cubicBezTo>
                <a:lnTo>
                  <a:pt x="1698971" y="1616347"/>
                </a:lnTo>
                <a:cubicBezTo>
                  <a:pt x="1698971" y="1622641"/>
                  <a:pt x="1697083" y="1628306"/>
                  <a:pt x="1693306" y="1633342"/>
                </a:cubicBezTo>
                <a:cubicBezTo>
                  <a:pt x="1689530" y="1638377"/>
                  <a:pt x="1683236" y="1642625"/>
                  <a:pt x="1674424" y="1646087"/>
                </a:cubicBezTo>
                <a:cubicBezTo>
                  <a:pt x="1665612" y="1649549"/>
                  <a:pt x="1653653" y="1652224"/>
                  <a:pt x="1638547" y="1654112"/>
                </a:cubicBezTo>
                <a:cubicBezTo>
                  <a:pt x="1623441" y="1656001"/>
                  <a:pt x="1604244" y="1656945"/>
                  <a:pt x="1580955" y="1656945"/>
                </a:cubicBezTo>
                <a:cubicBezTo>
                  <a:pt x="1557667" y="1656945"/>
                  <a:pt x="1538469" y="1656001"/>
                  <a:pt x="1523363" y="1654112"/>
                </a:cubicBezTo>
                <a:cubicBezTo>
                  <a:pt x="1508257" y="1652224"/>
                  <a:pt x="1496141" y="1649549"/>
                  <a:pt x="1487014" y="1646087"/>
                </a:cubicBezTo>
                <a:cubicBezTo>
                  <a:pt x="1477888" y="1642625"/>
                  <a:pt x="1471594" y="1638377"/>
                  <a:pt x="1468132" y="1633342"/>
                </a:cubicBezTo>
                <a:cubicBezTo>
                  <a:pt x="1464670" y="1628306"/>
                  <a:pt x="1462939" y="1622641"/>
                  <a:pt x="1462939" y="1616347"/>
                </a:cubicBezTo>
                <a:lnTo>
                  <a:pt x="1462939" y="1216037"/>
                </a:lnTo>
                <a:cubicBezTo>
                  <a:pt x="1440280" y="1236808"/>
                  <a:pt x="1418250" y="1254903"/>
                  <a:pt x="1396850" y="1270324"/>
                </a:cubicBezTo>
                <a:cubicBezTo>
                  <a:pt x="1375450" y="1285745"/>
                  <a:pt x="1354050" y="1298333"/>
                  <a:pt x="1332649" y="1308089"/>
                </a:cubicBezTo>
                <a:cubicBezTo>
                  <a:pt x="1311249" y="1317845"/>
                  <a:pt x="1289220" y="1324926"/>
                  <a:pt x="1266561" y="1329332"/>
                </a:cubicBezTo>
                <a:cubicBezTo>
                  <a:pt x="1243901" y="1333738"/>
                  <a:pt x="1219983" y="1335941"/>
                  <a:pt x="1194807" y="1335941"/>
                </a:cubicBezTo>
                <a:cubicBezTo>
                  <a:pt x="1133124" y="1335941"/>
                  <a:pt x="1080567" y="1323510"/>
                  <a:pt x="1037137" y="1298648"/>
                </a:cubicBezTo>
                <a:cubicBezTo>
                  <a:pt x="993707" y="1273786"/>
                  <a:pt x="958302" y="1240270"/>
                  <a:pt x="930923" y="1198098"/>
                </a:cubicBezTo>
                <a:cubicBezTo>
                  <a:pt x="903543" y="1155927"/>
                  <a:pt x="883559" y="1106675"/>
                  <a:pt x="870971" y="1050342"/>
                </a:cubicBezTo>
                <a:cubicBezTo>
                  <a:pt x="858382" y="994009"/>
                  <a:pt x="852088" y="934687"/>
                  <a:pt x="852088" y="872374"/>
                </a:cubicBezTo>
                <a:cubicBezTo>
                  <a:pt x="852088" y="797473"/>
                  <a:pt x="860270" y="730125"/>
                  <a:pt x="876635" y="670331"/>
                </a:cubicBezTo>
                <a:cubicBezTo>
                  <a:pt x="893000" y="610536"/>
                  <a:pt x="916918" y="559553"/>
                  <a:pt x="948389" y="517382"/>
                </a:cubicBezTo>
                <a:cubicBezTo>
                  <a:pt x="979860" y="475211"/>
                  <a:pt x="1018569" y="442796"/>
                  <a:pt x="1064517" y="420137"/>
                </a:cubicBezTo>
                <a:cubicBezTo>
                  <a:pt x="1110464" y="397477"/>
                  <a:pt x="1163650" y="386148"/>
                  <a:pt x="1224075" y="386148"/>
                </a:cubicBezTo>
                <a:close/>
                <a:moveTo>
                  <a:pt x="6516677" y="180328"/>
                </a:moveTo>
                <a:cubicBezTo>
                  <a:pt x="6539965" y="180328"/>
                  <a:pt x="6559320" y="181115"/>
                  <a:pt x="6574741" y="182688"/>
                </a:cubicBezTo>
                <a:cubicBezTo>
                  <a:pt x="6590161" y="184262"/>
                  <a:pt x="6602277" y="186780"/>
                  <a:pt x="6611089" y="190241"/>
                </a:cubicBezTo>
                <a:cubicBezTo>
                  <a:pt x="6619901" y="193703"/>
                  <a:pt x="6626195" y="197952"/>
                  <a:pt x="6629972" y="202987"/>
                </a:cubicBezTo>
                <a:cubicBezTo>
                  <a:pt x="6633749" y="208022"/>
                  <a:pt x="6635637" y="213687"/>
                  <a:pt x="6635637" y="219981"/>
                </a:cubicBezTo>
                <a:lnTo>
                  <a:pt x="6635637" y="407863"/>
                </a:lnTo>
                <a:lnTo>
                  <a:pt x="6818797" y="407863"/>
                </a:lnTo>
                <a:cubicBezTo>
                  <a:pt x="6825092" y="407863"/>
                  <a:pt x="6830599" y="409437"/>
                  <a:pt x="6835320" y="412584"/>
                </a:cubicBezTo>
                <a:cubicBezTo>
                  <a:pt x="6840041" y="415731"/>
                  <a:pt x="6843975" y="420923"/>
                  <a:pt x="6847121" y="428162"/>
                </a:cubicBezTo>
                <a:cubicBezTo>
                  <a:pt x="6850269" y="435400"/>
                  <a:pt x="6852629" y="445314"/>
                  <a:pt x="6854203" y="457902"/>
                </a:cubicBezTo>
                <a:cubicBezTo>
                  <a:pt x="6855776" y="470490"/>
                  <a:pt x="6856563" y="485911"/>
                  <a:pt x="6856563" y="504164"/>
                </a:cubicBezTo>
                <a:cubicBezTo>
                  <a:pt x="6856563" y="538782"/>
                  <a:pt x="6853416" y="563487"/>
                  <a:pt x="6847121" y="578278"/>
                </a:cubicBezTo>
                <a:cubicBezTo>
                  <a:pt x="6840827" y="593070"/>
                  <a:pt x="6831701" y="600465"/>
                  <a:pt x="6819741" y="600465"/>
                </a:cubicBezTo>
                <a:lnTo>
                  <a:pt x="6635637" y="600465"/>
                </a:lnTo>
                <a:lnTo>
                  <a:pt x="6635637" y="996055"/>
                </a:lnTo>
                <a:cubicBezTo>
                  <a:pt x="6635637" y="1042002"/>
                  <a:pt x="6642875" y="1076463"/>
                  <a:pt x="6657351" y="1099437"/>
                </a:cubicBezTo>
                <a:cubicBezTo>
                  <a:pt x="6671829" y="1122411"/>
                  <a:pt x="6697635" y="1133898"/>
                  <a:pt x="6734770" y="1133898"/>
                </a:cubicBezTo>
                <a:cubicBezTo>
                  <a:pt x="6747359" y="1133898"/>
                  <a:pt x="6758688" y="1132796"/>
                  <a:pt x="6768759" y="1130593"/>
                </a:cubicBezTo>
                <a:cubicBezTo>
                  <a:pt x="6778829" y="1128390"/>
                  <a:pt x="6787799" y="1125873"/>
                  <a:pt x="6795667" y="1123040"/>
                </a:cubicBezTo>
                <a:cubicBezTo>
                  <a:pt x="6803535" y="1120208"/>
                  <a:pt x="6810143" y="1117690"/>
                  <a:pt x="6815493" y="1115487"/>
                </a:cubicBezTo>
                <a:cubicBezTo>
                  <a:pt x="6820843" y="1113284"/>
                  <a:pt x="6825721" y="1112183"/>
                  <a:pt x="6830127" y="1112183"/>
                </a:cubicBezTo>
                <a:cubicBezTo>
                  <a:pt x="6833903" y="1112183"/>
                  <a:pt x="6837523" y="1113284"/>
                  <a:pt x="6840985" y="1115487"/>
                </a:cubicBezTo>
                <a:cubicBezTo>
                  <a:pt x="6844447" y="1117690"/>
                  <a:pt x="6847121" y="1122096"/>
                  <a:pt x="6849009" y="1128705"/>
                </a:cubicBezTo>
                <a:cubicBezTo>
                  <a:pt x="6850898" y="1135314"/>
                  <a:pt x="6852629" y="1144283"/>
                  <a:pt x="6854203" y="1155613"/>
                </a:cubicBezTo>
                <a:cubicBezTo>
                  <a:pt x="6855776" y="1166942"/>
                  <a:pt x="6856563" y="1181419"/>
                  <a:pt x="6856563" y="1199043"/>
                </a:cubicBezTo>
                <a:cubicBezTo>
                  <a:pt x="6856563" y="1226737"/>
                  <a:pt x="6854832" y="1247980"/>
                  <a:pt x="6851370" y="1262771"/>
                </a:cubicBezTo>
                <a:cubicBezTo>
                  <a:pt x="6847909" y="1277562"/>
                  <a:pt x="6843345" y="1287948"/>
                  <a:pt x="6837680" y="1293927"/>
                </a:cubicBezTo>
                <a:cubicBezTo>
                  <a:pt x="6832015" y="1299907"/>
                  <a:pt x="6823676" y="1305257"/>
                  <a:pt x="6812661" y="1309978"/>
                </a:cubicBezTo>
                <a:cubicBezTo>
                  <a:pt x="6801647" y="1314698"/>
                  <a:pt x="6788743" y="1318789"/>
                  <a:pt x="6773951" y="1322251"/>
                </a:cubicBezTo>
                <a:cubicBezTo>
                  <a:pt x="6759161" y="1325713"/>
                  <a:pt x="6743110" y="1328388"/>
                  <a:pt x="6725801" y="1330276"/>
                </a:cubicBezTo>
                <a:cubicBezTo>
                  <a:pt x="6708492" y="1332165"/>
                  <a:pt x="6691026" y="1333109"/>
                  <a:pt x="6673402" y="1333109"/>
                </a:cubicBezTo>
                <a:cubicBezTo>
                  <a:pt x="6626195" y="1333109"/>
                  <a:pt x="6585283" y="1327129"/>
                  <a:pt x="6550665" y="1315170"/>
                </a:cubicBezTo>
                <a:cubicBezTo>
                  <a:pt x="6516047" y="1303211"/>
                  <a:pt x="6487409" y="1284801"/>
                  <a:pt x="6464749" y="1259939"/>
                </a:cubicBezTo>
                <a:cubicBezTo>
                  <a:pt x="6442091" y="1235077"/>
                  <a:pt x="6425411" y="1203763"/>
                  <a:pt x="6414711" y="1165998"/>
                </a:cubicBezTo>
                <a:cubicBezTo>
                  <a:pt x="6404011" y="1128233"/>
                  <a:pt x="6398661" y="1083544"/>
                  <a:pt x="6398661" y="1031932"/>
                </a:cubicBezTo>
                <a:lnTo>
                  <a:pt x="6398661" y="600465"/>
                </a:lnTo>
                <a:lnTo>
                  <a:pt x="6297639" y="600465"/>
                </a:lnTo>
                <a:cubicBezTo>
                  <a:pt x="6285680" y="600465"/>
                  <a:pt x="6276553" y="593070"/>
                  <a:pt x="6270259" y="578278"/>
                </a:cubicBezTo>
                <a:cubicBezTo>
                  <a:pt x="6263965" y="563487"/>
                  <a:pt x="6260817" y="538782"/>
                  <a:pt x="6260817" y="504164"/>
                </a:cubicBezTo>
                <a:cubicBezTo>
                  <a:pt x="6260817" y="485911"/>
                  <a:pt x="6261605" y="470490"/>
                  <a:pt x="6263178" y="457902"/>
                </a:cubicBezTo>
                <a:cubicBezTo>
                  <a:pt x="6264752" y="445314"/>
                  <a:pt x="6267112" y="435400"/>
                  <a:pt x="6270259" y="428162"/>
                </a:cubicBezTo>
                <a:cubicBezTo>
                  <a:pt x="6273407" y="420923"/>
                  <a:pt x="6277340" y="415731"/>
                  <a:pt x="6282061" y="412584"/>
                </a:cubicBezTo>
                <a:cubicBezTo>
                  <a:pt x="6286781" y="409437"/>
                  <a:pt x="6292289" y="407863"/>
                  <a:pt x="6298583" y="407863"/>
                </a:cubicBezTo>
                <a:lnTo>
                  <a:pt x="6398661" y="407863"/>
                </a:lnTo>
                <a:lnTo>
                  <a:pt x="6398661" y="219981"/>
                </a:lnTo>
                <a:cubicBezTo>
                  <a:pt x="6398661" y="213687"/>
                  <a:pt x="6400391" y="208022"/>
                  <a:pt x="6403853" y="202987"/>
                </a:cubicBezTo>
                <a:cubicBezTo>
                  <a:pt x="6407315" y="197952"/>
                  <a:pt x="6413609" y="193703"/>
                  <a:pt x="6422735" y="190241"/>
                </a:cubicBezTo>
                <a:cubicBezTo>
                  <a:pt x="6431863" y="186780"/>
                  <a:pt x="6444136" y="184262"/>
                  <a:pt x="6459557" y="182688"/>
                </a:cubicBezTo>
                <a:cubicBezTo>
                  <a:pt x="6474978" y="181115"/>
                  <a:pt x="6494017" y="180328"/>
                  <a:pt x="6516677" y="180328"/>
                </a:cubicBezTo>
                <a:close/>
                <a:moveTo>
                  <a:pt x="73643" y="92524"/>
                </a:moveTo>
                <a:lnTo>
                  <a:pt x="683550" y="92524"/>
                </a:lnTo>
                <a:cubicBezTo>
                  <a:pt x="689214" y="92524"/>
                  <a:pt x="694250" y="94097"/>
                  <a:pt x="698655" y="97245"/>
                </a:cubicBezTo>
                <a:cubicBezTo>
                  <a:pt x="703062" y="100392"/>
                  <a:pt x="706838" y="105899"/>
                  <a:pt x="709985" y="113767"/>
                </a:cubicBezTo>
                <a:cubicBezTo>
                  <a:pt x="713132" y="121635"/>
                  <a:pt x="715493" y="131705"/>
                  <a:pt x="717066" y="143979"/>
                </a:cubicBezTo>
                <a:cubicBezTo>
                  <a:pt x="718640" y="156253"/>
                  <a:pt x="719426" y="171831"/>
                  <a:pt x="719426" y="190713"/>
                </a:cubicBezTo>
                <a:cubicBezTo>
                  <a:pt x="719426" y="208337"/>
                  <a:pt x="718640" y="223286"/>
                  <a:pt x="717066" y="235559"/>
                </a:cubicBezTo>
                <a:cubicBezTo>
                  <a:pt x="715493" y="247833"/>
                  <a:pt x="713132" y="257746"/>
                  <a:pt x="709985" y="265300"/>
                </a:cubicBezTo>
                <a:cubicBezTo>
                  <a:pt x="706838" y="272853"/>
                  <a:pt x="703062" y="278360"/>
                  <a:pt x="698655" y="281822"/>
                </a:cubicBezTo>
                <a:cubicBezTo>
                  <a:pt x="694250" y="285284"/>
                  <a:pt x="689214" y="287014"/>
                  <a:pt x="683550" y="287014"/>
                </a:cubicBezTo>
                <a:lnTo>
                  <a:pt x="247362" y="287014"/>
                </a:lnTo>
                <a:lnTo>
                  <a:pt x="247362" y="585359"/>
                </a:lnTo>
                <a:lnTo>
                  <a:pt x="616516" y="585359"/>
                </a:lnTo>
                <a:cubicBezTo>
                  <a:pt x="622181" y="585359"/>
                  <a:pt x="627374" y="587090"/>
                  <a:pt x="632094" y="590552"/>
                </a:cubicBezTo>
                <a:cubicBezTo>
                  <a:pt x="636815" y="594014"/>
                  <a:pt x="640749" y="599364"/>
                  <a:pt x="643896" y="606602"/>
                </a:cubicBezTo>
                <a:cubicBezTo>
                  <a:pt x="647043" y="613840"/>
                  <a:pt x="649403" y="623596"/>
                  <a:pt x="650977" y="635870"/>
                </a:cubicBezTo>
                <a:cubicBezTo>
                  <a:pt x="652551" y="648144"/>
                  <a:pt x="653337" y="663092"/>
                  <a:pt x="653337" y="680716"/>
                </a:cubicBezTo>
                <a:cubicBezTo>
                  <a:pt x="653337" y="698969"/>
                  <a:pt x="652551" y="714075"/>
                  <a:pt x="650977" y="726034"/>
                </a:cubicBezTo>
                <a:cubicBezTo>
                  <a:pt x="649403" y="737993"/>
                  <a:pt x="647043" y="747592"/>
                  <a:pt x="643896" y="754830"/>
                </a:cubicBezTo>
                <a:cubicBezTo>
                  <a:pt x="640749" y="762068"/>
                  <a:pt x="636815" y="767261"/>
                  <a:pt x="632094" y="770408"/>
                </a:cubicBezTo>
                <a:cubicBezTo>
                  <a:pt x="627374" y="773555"/>
                  <a:pt x="622181" y="775129"/>
                  <a:pt x="616516" y="775129"/>
                </a:cubicBezTo>
                <a:lnTo>
                  <a:pt x="247362" y="775129"/>
                </a:lnTo>
                <a:lnTo>
                  <a:pt x="247362" y="1119736"/>
                </a:lnTo>
                <a:lnTo>
                  <a:pt x="687326" y="1119736"/>
                </a:lnTo>
                <a:cubicBezTo>
                  <a:pt x="692991" y="1119736"/>
                  <a:pt x="698183" y="1121467"/>
                  <a:pt x="702904" y="1124928"/>
                </a:cubicBezTo>
                <a:cubicBezTo>
                  <a:pt x="707625" y="1128390"/>
                  <a:pt x="711559" y="1133898"/>
                  <a:pt x="714706" y="1141451"/>
                </a:cubicBezTo>
                <a:cubicBezTo>
                  <a:pt x="717853" y="1149004"/>
                  <a:pt x="720213" y="1158917"/>
                  <a:pt x="721787" y="1171191"/>
                </a:cubicBezTo>
                <a:cubicBezTo>
                  <a:pt x="723360" y="1183464"/>
                  <a:pt x="724147" y="1198728"/>
                  <a:pt x="724147" y="1216981"/>
                </a:cubicBezTo>
                <a:cubicBezTo>
                  <a:pt x="724147" y="1235234"/>
                  <a:pt x="723360" y="1250498"/>
                  <a:pt x="721787" y="1262771"/>
                </a:cubicBezTo>
                <a:cubicBezTo>
                  <a:pt x="720213" y="1275045"/>
                  <a:pt x="717853" y="1284958"/>
                  <a:pt x="714706" y="1292511"/>
                </a:cubicBezTo>
                <a:cubicBezTo>
                  <a:pt x="711559" y="1300064"/>
                  <a:pt x="707625" y="1305572"/>
                  <a:pt x="702904" y="1309034"/>
                </a:cubicBezTo>
                <a:cubicBezTo>
                  <a:pt x="698183" y="1312495"/>
                  <a:pt x="692991" y="1314226"/>
                  <a:pt x="687326" y="1314226"/>
                </a:cubicBezTo>
                <a:lnTo>
                  <a:pt x="73643" y="1314226"/>
                </a:lnTo>
                <a:cubicBezTo>
                  <a:pt x="52872" y="1314226"/>
                  <a:pt x="35405" y="1308089"/>
                  <a:pt x="21243" y="1295816"/>
                </a:cubicBezTo>
                <a:cubicBezTo>
                  <a:pt x="7081" y="1283542"/>
                  <a:pt x="0" y="1263558"/>
                  <a:pt x="0" y="1235864"/>
                </a:cubicBezTo>
                <a:lnTo>
                  <a:pt x="0" y="170887"/>
                </a:lnTo>
                <a:cubicBezTo>
                  <a:pt x="0" y="143192"/>
                  <a:pt x="7081" y="123208"/>
                  <a:pt x="21243" y="110935"/>
                </a:cubicBezTo>
                <a:cubicBezTo>
                  <a:pt x="35405" y="98661"/>
                  <a:pt x="52872" y="92524"/>
                  <a:pt x="73643" y="92524"/>
                </a:cubicBezTo>
                <a:close/>
                <a:moveTo>
                  <a:pt x="3823981" y="70809"/>
                </a:moveTo>
                <a:cubicBezTo>
                  <a:pt x="3852934" y="70809"/>
                  <a:pt x="3881887" y="73012"/>
                  <a:pt x="3910841" y="77418"/>
                </a:cubicBezTo>
                <a:cubicBezTo>
                  <a:pt x="3939794" y="81824"/>
                  <a:pt x="3966859" y="87804"/>
                  <a:pt x="3992036" y="95356"/>
                </a:cubicBezTo>
                <a:cubicBezTo>
                  <a:pt x="4017212" y="102909"/>
                  <a:pt x="4039557" y="111407"/>
                  <a:pt x="4059069" y="120848"/>
                </a:cubicBezTo>
                <a:cubicBezTo>
                  <a:pt x="4078581" y="130289"/>
                  <a:pt x="4091484" y="138157"/>
                  <a:pt x="4097778" y="144451"/>
                </a:cubicBezTo>
                <a:cubicBezTo>
                  <a:pt x="4104072" y="150745"/>
                  <a:pt x="4108321" y="156095"/>
                  <a:pt x="4110524" y="160501"/>
                </a:cubicBezTo>
                <a:cubicBezTo>
                  <a:pt x="4112727" y="164907"/>
                  <a:pt x="4114615" y="170730"/>
                  <a:pt x="4116189" y="177968"/>
                </a:cubicBezTo>
                <a:cubicBezTo>
                  <a:pt x="4117762" y="185206"/>
                  <a:pt x="4118864" y="194333"/>
                  <a:pt x="4119493" y="205348"/>
                </a:cubicBezTo>
                <a:cubicBezTo>
                  <a:pt x="4120122" y="216362"/>
                  <a:pt x="4120437" y="230052"/>
                  <a:pt x="4120437" y="246417"/>
                </a:cubicBezTo>
                <a:cubicBezTo>
                  <a:pt x="4120437" y="264670"/>
                  <a:pt x="4119965" y="280091"/>
                  <a:pt x="4119021" y="292679"/>
                </a:cubicBezTo>
                <a:cubicBezTo>
                  <a:pt x="4118077" y="305268"/>
                  <a:pt x="4116504" y="315653"/>
                  <a:pt x="4114300" y="323835"/>
                </a:cubicBezTo>
                <a:cubicBezTo>
                  <a:pt x="4112097" y="332018"/>
                  <a:pt x="4108950" y="337997"/>
                  <a:pt x="4104859" y="341774"/>
                </a:cubicBezTo>
                <a:cubicBezTo>
                  <a:pt x="4100768" y="345550"/>
                  <a:pt x="4095261" y="347439"/>
                  <a:pt x="4088337" y="347439"/>
                </a:cubicBezTo>
                <a:cubicBezTo>
                  <a:pt x="4081413" y="347439"/>
                  <a:pt x="4070398" y="343033"/>
                  <a:pt x="4055292" y="334221"/>
                </a:cubicBezTo>
                <a:cubicBezTo>
                  <a:pt x="4040186" y="325409"/>
                  <a:pt x="4021619" y="315810"/>
                  <a:pt x="3999589" y="305425"/>
                </a:cubicBezTo>
                <a:cubicBezTo>
                  <a:pt x="3977559" y="295040"/>
                  <a:pt x="3952067" y="285598"/>
                  <a:pt x="3923114" y="277101"/>
                </a:cubicBezTo>
                <a:cubicBezTo>
                  <a:pt x="3894161" y="268604"/>
                  <a:pt x="3862375" y="264356"/>
                  <a:pt x="3827757" y="264356"/>
                </a:cubicBezTo>
                <a:cubicBezTo>
                  <a:pt x="3800692" y="264356"/>
                  <a:pt x="3777089" y="267660"/>
                  <a:pt x="3756948" y="274269"/>
                </a:cubicBezTo>
                <a:cubicBezTo>
                  <a:pt x="3736806" y="280878"/>
                  <a:pt x="3719969" y="290004"/>
                  <a:pt x="3706437" y="301648"/>
                </a:cubicBezTo>
                <a:cubicBezTo>
                  <a:pt x="3692905" y="313293"/>
                  <a:pt x="3682834" y="327297"/>
                  <a:pt x="3676225" y="343662"/>
                </a:cubicBezTo>
                <a:cubicBezTo>
                  <a:pt x="3669616" y="360027"/>
                  <a:pt x="3666311" y="377336"/>
                  <a:pt x="3666311" y="395589"/>
                </a:cubicBezTo>
                <a:cubicBezTo>
                  <a:pt x="3666311" y="422654"/>
                  <a:pt x="3673707" y="446100"/>
                  <a:pt x="3688498" y="465927"/>
                </a:cubicBezTo>
                <a:cubicBezTo>
                  <a:pt x="3703290" y="485754"/>
                  <a:pt x="3723117" y="503377"/>
                  <a:pt x="3747978" y="518798"/>
                </a:cubicBezTo>
                <a:cubicBezTo>
                  <a:pt x="3772841" y="534219"/>
                  <a:pt x="3801007" y="548695"/>
                  <a:pt x="3832478" y="562228"/>
                </a:cubicBezTo>
                <a:cubicBezTo>
                  <a:pt x="3863949" y="575760"/>
                  <a:pt x="3896049" y="590080"/>
                  <a:pt x="3928779" y="605186"/>
                </a:cubicBezTo>
                <a:cubicBezTo>
                  <a:pt x="3961509" y="620292"/>
                  <a:pt x="3993609" y="637444"/>
                  <a:pt x="4025080" y="656641"/>
                </a:cubicBezTo>
                <a:cubicBezTo>
                  <a:pt x="4056551" y="675838"/>
                  <a:pt x="4084560" y="698812"/>
                  <a:pt x="4109108" y="725562"/>
                </a:cubicBezTo>
                <a:cubicBezTo>
                  <a:pt x="4133655" y="752312"/>
                  <a:pt x="4153482" y="783783"/>
                  <a:pt x="4168588" y="819975"/>
                </a:cubicBezTo>
                <a:cubicBezTo>
                  <a:pt x="4183694" y="856167"/>
                  <a:pt x="4191247" y="898810"/>
                  <a:pt x="4191247" y="947904"/>
                </a:cubicBezTo>
                <a:cubicBezTo>
                  <a:pt x="4191247" y="1012105"/>
                  <a:pt x="4179288" y="1068438"/>
                  <a:pt x="4155370" y="1116903"/>
                </a:cubicBezTo>
                <a:cubicBezTo>
                  <a:pt x="4131452" y="1165369"/>
                  <a:pt x="4099037" y="1205809"/>
                  <a:pt x="4058125" y="1238224"/>
                </a:cubicBezTo>
                <a:cubicBezTo>
                  <a:pt x="4017212" y="1270639"/>
                  <a:pt x="3969377" y="1295029"/>
                  <a:pt x="3914617" y="1311394"/>
                </a:cubicBezTo>
                <a:cubicBezTo>
                  <a:pt x="3859858" y="1327759"/>
                  <a:pt x="3801322" y="1335941"/>
                  <a:pt x="3739009" y="1335941"/>
                </a:cubicBezTo>
                <a:cubicBezTo>
                  <a:pt x="3696838" y="1335941"/>
                  <a:pt x="3657657" y="1332479"/>
                  <a:pt x="3621465" y="1325556"/>
                </a:cubicBezTo>
                <a:cubicBezTo>
                  <a:pt x="3585274" y="1318632"/>
                  <a:pt x="3553330" y="1310292"/>
                  <a:pt x="3525636" y="1300536"/>
                </a:cubicBezTo>
                <a:cubicBezTo>
                  <a:pt x="3497942" y="1290780"/>
                  <a:pt x="3474811" y="1280552"/>
                  <a:pt x="3456243" y="1269852"/>
                </a:cubicBezTo>
                <a:cubicBezTo>
                  <a:pt x="3437675" y="1259152"/>
                  <a:pt x="3424300" y="1249711"/>
                  <a:pt x="3416117" y="1241528"/>
                </a:cubicBezTo>
                <a:cubicBezTo>
                  <a:pt x="3407935" y="1233346"/>
                  <a:pt x="3402113" y="1221544"/>
                  <a:pt x="3398651" y="1206124"/>
                </a:cubicBezTo>
                <a:cubicBezTo>
                  <a:pt x="3395189" y="1190703"/>
                  <a:pt x="3393458" y="1168516"/>
                  <a:pt x="3393458" y="1139562"/>
                </a:cubicBezTo>
                <a:cubicBezTo>
                  <a:pt x="3393458" y="1120050"/>
                  <a:pt x="3394088" y="1103686"/>
                  <a:pt x="3395347" y="1090468"/>
                </a:cubicBezTo>
                <a:cubicBezTo>
                  <a:pt x="3396605" y="1077250"/>
                  <a:pt x="3398651" y="1066550"/>
                  <a:pt x="3401483" y="1058367"/>
                </a:cubicBezTo>
                <a:cubicBezTo>
                  <a:pt x="3404316" y="1050185"/>
                  <a:pt x="3408092" y="1044363"/>
                  <a:pt x="3412813" y="1040901"/>
                </a:cubicBezTo>
                <a:cubicBezTo>
                  <a:pt x="3417534" y="1037439"/>
                  <a:pt x="3423041" y="1035708"/>
                  <a:pt x="3429335" y="1035708"/>
                </a:cubicBezTo>
                <a:cubicBezTo>
                  <a:pt x="3438147" y="1035708"/>
                  <a:pt x="3450578" y="1040901"/>
                  <a:pt x="3466628" y="1051286"/>
                </a:cubicBezTo>
                <a:cubicBezTo>
                  <a:pt x="3482678" y="1061672"/>
                  <a:pt x="3503292" y="1073159"/>
                  <a:pt x="3528469" y="1085747"/>
                </a:cubicBezTo>
                <a:cubicBezTo>
                  <a:pt x="3553646" y="1098335"/>
                  <a:pt x="3583700" y="1109822"/>
                  <a:pt x="3618633" y="1120208"/>
                </a:cubicBezTo>
                <a:cubicBezTo>
                  <a:pt x="3653566" y="1130593"/>
                  <a:pt x="3694006" y="1135786"/>
                  <a:pt x="3739953" y="1135786"/>
                </a:cubicBezTo>
                <a:cubicBezTo>
                  <a:pt x="3770166" y="1135786"/>
                  <a:pt x="3797230" y="1132167"/>
                  <a:pt x="3821148" y="1124928"/>
                </a:cubicBezTo>
                <a:cubicBezTo>
                  <a:pt x="3845066" y="1117690"/>
                  <a:pt x="3865365" y="1107462"/>
                  <a:pt x="3882045" y="1094244"/>
                </a:cubicBezTo>
                <a:cubicBezTo>
                  <a:pt x="3898724" y="1081026"/>
                  <a:pt x="3911470" y="1064662"/>
                  <a:pt x="3920282" y="1045150"/>
                </a:cubicBezTo>
                <a:cubicBezTo>
                  <a:pt x="3929094" y="1025638"/>
                  <a:pt x="3933500" y="1003923"/>
                  <a:pt x="3933500" y="980005"/>
                </a:cubicBezTo>
                <a:cubicBezTo>
                  <a:pt x="3933500" y="952310"/>
                  <a:pt x="3925947" y="928550"/>
                  <a:pt x="3910841" y="908723"/>
                </a:cubicBezTo>
                <a:cubicBezTo>
                  <a:pt x="3895735" y="888896"/>
                  <a:pt x="3876065" y="871273"/>
                  <a:pt x="3851833" y="855852"/>
                </a:cubicBezTo>
                <a:cubicBezTo>
                  <a:pt x="3827600" y="840431"/>
                  <a:pt x="3800063" y="825954"/>
                  <a:pt x="3769221" y="812422"/>
                </a:cubicBezTo>
                <a:cubicBezTo>
                  <a:pt x="3738380" y="798890"/>
                  <a:pt x="3706594" y="784570"/>
                  <a:pt x="3673864" y="769464"/>
                </a:cubicBezTo>
                <a:cubicBezTo>
                  <a:pt x="3641134" y="754358"/>
                  <a:pt x="3609349" y="737206"/>
                  <a:pt x="3578507" y="718009"/>
                </a:cubicBezTo>
                <a:cubicBezTo>
                  <a:pt x="3547666" y="698812"/>
                  <a:pt x="3520129" y="675838"/>
                  <a:pt x="3495896" y="649088"/>
                </a:cubicBezTo>
                <a:cubicBezTo>
                  <a:pt x="3471663" y="622338"/>
                  <a:pt x="3451994" y="590709"/>
                  <a:pt x="3436888" y="554203"/>
                </a:cubicBezTo>
                <a:cubicBezTo>
                  <a:pt x="3421782" y="517696"/>
                  <a:pt x="3414229" y="473952"/>
                  <a:pt x="3414229" y="422969"/>
                </a:cubicBezTo>
                <a:cubicBezTo>
                  <a:pt x="3414229" y="364433"/>
                  <a:pt x="3425087" y="312978"/>
                  <a:pt x="3446802" y="268604"/>
                </a:cubicBezTo>
                <a:cubicBezTo>
                  <a:pt x="3468516" y="224230"/>
                  <a:pt x="3497784" y="187409"/>
                  <a:pt x="3534605" y="158141"/>
                </a:cubicBezTo>
                <a:cubicBezTo>
                  <a:pt x="3571426" y="128873"/>
                  <a:pt x="3614856" y="107001"/>
                  <a:pt x="3664895" y="92524"/>
                </a:cubicBezTo>
                <a:cubicBezTo>
                  <a:pt x="3714934" y="78047"/>
                  <a:pt x="3767962" y="70809"/>
                  <a:pt x="3823981" y="70809"/>
                </a:cubicBezTo>
                <a:close/>
                <a:moveTo>
                  <a:pt x="6001717" y="32100"/>
                </a:moveTo>
                <a:cubicBezTo>
                  <a:pt x="6054589" y="32100"/>
                  <a:pt x="6090465" y="41069"/>
                  <a:pt x="6109348" y="59008"/>
                </a:cubicBezTo>
                <a:cubicBezTo>
                  <a:pt x="6128231" y="76946"/>
                  <a:pt x="6137671" y="108889"/>
                  <a:pt x="6137671" y="154836"/>
                </a:cubicBezTo>
                <a:cubicBezTo>
                  <a:pt x="6137671" y="202672"/>
                  <a:pt x="6127915" y="235717"/>
                  <a:pt x="6108404" y="253970"/>
                </a:cubicBezTo>
                <a:cubicBezTo>
                  <a:pt x="6088892" y="272223"/>
                  <a:pt x="6052700" y="281350"/>
                  <a:pt x="5999829" y="281350"/>
                </a:cubicBezTo>
                <a:cubicBezTo>
                  <a:pt x="5946329" y="281350"/>
                  <a:pt x="5910294" y="272538"/>
                  <a:pt x="5891727" y="254914"/>
                </a:cubicBezTo>
                <a:cubicBezTo>
                  <a:pt x="5873159" y="237290"/>
                  <a:pt x="5863875" y="205505"/>
                  <a:pt x="5863875" y="159557"/>
                </a:cubicBezTo>
                <a:cubicBezTo>
                  <a:pt x="5863875" y="111722"/>
                  <a:pt x="5873473" y="78519"/>
                  <a:pt x="5892671" y="59952"/>
                </a:cubicBezTo>
                <a:cubicBezTo>
                  <a:pt x="5911868" y="41384"/>
                  <a:pt x="5948217" y="32100"/>
                  <a:pt x="6001717" y="32100"/>
                </a:cubicBezTo>
                <a:close/>
                <a:moveTo>
                  <a:pt x="3096593" y="32100"/>
                </a:moveTo>
                <a:cubicBezTo>
                  <a:pt x="3149464" y="32100"/>
                  <a:pt x="3185341" y="41069"/>
                  <a:pt x="3204223" y="59008"/>
                </a:cubicBezTo>
                <a:cubicBezTo>
                  <a:pt x="3223106" y="76946"/>
                  <a:pt x="3232547" y="108889"/>
                  <a:pt x="3232547" y="154836"/>
                </a:cubicBezTo>
                <a:cubicBezTo>
                  <a:pt x="3232547" y="202672"/>
                  <a:pt x="3222791" y="235717"/>
                  <a:pt x="3203279" y="253970"/>
                </a:cubicBezTo>
                <a:cubicBezTo>
                  <a:pt x="3183767" y="272223"/>
                  <a:pt x="3147576" y="281350"/>
                  <a:pt x="3094704" y="281350"/>
                </a:cubicBezTo>
                <a:cubicBezTo>
                  <a:pt x="3041204" y="281350"/>
                  <a:pt x="3005169" y="272538"/>
                  <a:pt x="2986602" y="254914"/>
                </a:cubicBezTo>
                <a:cubicBezTo>
                  <a:pt x="2968034" y="237290"/>
                  <a:pt x="2958750" y="205505"/>
                  <a:pt x="2958750" y="159557"/>
                </a:cubicBezTo>
                <a:cubicBezTo>
                  <a:pt x="2958750" y="111722"/>
                  <a:pt x="2968348" y="78519"/>
                  <a:pt x="2987546" y="59952"/>
                </a:cubicBezTo>
                <a:cubicBezTo>
                  <a:pt x="3006743" y="41384"/>
                  <a:pt x="3043092" y="32100"/>
                  <a:pt x="3096593" y="32100"/>
                </a:cubicBezTo>
                <a:close/>
                <a:moveTo>
                  <a:pt x="5524523" y="0"/>
                </a:moveTo>
                <a:cubicBezTo>
                  <a:pt x="5547811" y="0"/>
                  <a:pt x="5567009" y="944"/>
                  <a:pt x="5582115" y="2832"/>
                </a:cubicBezTo>
                <a:cubicBezTo>
                  <a:pt x="5597221" y="4720"/>
                  <a:pt x="5609337" y="7395"/>
                  <a:pt x="5618464" y="10857"/>
                </a:cubicBezTo>
                <a:cubicBezTo>
                  <a:pt x="5627590" y="14319"/>
                  <a:pt x="5634042" y="18567"/>
                  <a:pt x="5637819" y="23603"/>
                </a:cubicBezTo>
                <a:cubicBezTo>
                  <a:pt x="5641595" y="28638"/>
                  <a:pt x="5643483" y="34303"/>
                  <a:pt x="5643483" y="40597"/>
                </a:cubicBezTo>
                <a:lnTo>
                  <a:pt x="5643483" y="1282126"/>
                </a:lnTo>
                <a:cubicBezTo>
                  <a:pt x="5643483" y="1288420"/>
                  <a:pt x="5641595" y="1293927"/>
                  <a:pt x="5637819" y="1298648"/>
                </a:cubicBezTo>
                <a:cubicBezTo>
                  <a:pt x="5634042" y="1303369"/>
                  <a:pt x="5627590" y="1307303"/>
                  <a:pt x="5618464" y="1310450"/>
                </a:cubicBezTo>
                <a:cubicBezTo>
                  <a:pt x="5609337" y="1313597"/>
                  <a:pt x="5597221" y="1315957"/>
                  <a:pt x="5582115" y="1317531"/>
                </a:cubicBezTo>
                <a:cubicBezTo>
                  <a:pt x="5567009" y="1319104"/>
                  <a:pt x="5547811" y="1319891"/>
                  <a:pt x="5524523" y="1319891"/>
                </a:cubicBezTo>
                <a:cubicBezTo>
                  <a:pt x="5501235" y="1319891"/>
                  <a:pt x="5482038" y="1319104"/>
                  <a:pt x="5466932" y="1317531"/>
                </a:cubicBezTo>
                <a:cubicBezTo>
                  <a:pt x="5451825" y="1315957"/>
                  <a:pt x="5439709" y="1313597"/>
                  <a:pt x="5430583" y="1310450"/>
                </a:cubicBezTo>
                <a:cubicBezTo>
                  <a:pt x="5421456" y="1307303"/>
                  <a:pt x="5415004" y="1303369"/>
                  <a:pt x="5411228" y="1298648"/>
                </a:cubicBezTo>
                <a:cubicBezTo>
                  <a:pt x="5407451" y="1293927"/>
                  <a:pt x="5405563" y="1288420"/>
                  <a:pt x="5405563" y="1282126"/>
                </a:cubicBezTo>
                <a:lnTo>
                  <a:pt x="5405563" y="40597"/>
                </a:lnTo>
                <a:cubicBezTo>
                  <a:pt x="5405563" y="34303"/>
                  <a:pt x="5407451" y="28638"/>
                  <a:pt x="5411228" y="23603"/>
                </a:cubicBezTo>
                <a:cubicBezTo>
                  <a:pt x="5415004" y="18567"/>
                  <a:pt x="5421456" y="14319"/>
                  <a:pt x="5430583" y="10857"/>
                </a:cubicBezTo>
                <a:cubicBezTo>
                  <a:pt x="5439709" y="7395"/>
                  <a:pt x="5451825" y="4720"/>
                  <a:pt x="5466932" y="2832"/>
                </a:cubicBezTo>
                <a:cubicBezTo>
                  <a:pt x="5482038" y="944"/>
                  <a:pt x="5501235" y="0"/>
                  <a:pt x="552452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7DBAAD0-0E7E-C5E0-A390-DEC8D8DC47AC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9D0293F-77EA-4112-DDD9-30C08CEE89A4}"/>
              </a:ext>
            </a:extLst>
          </p:cNvPr>
          <p:cNvSpPr/>
          <p:nvPr/>
        </p:nvSpPr>
        <p:spPr>
          <a:xfrm>
            <a:off x="3363517" y="496449"/>
            <a:ext cx="5865091" cy="5865091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6118D5F-88B3-43A9-1D20-E46EF678E42C}"/>
              </a:ext>
            </a:extLst>
          </p:cNvPr>
          <p:cNvSpPr/>
          <p:nvPr/>
        </p:nvSpPr>
        <p:spPr>
          <a:xfrm rot="1581086">
            <a:off x="3715058" y="3442651"/>
            <a:ext cx="2623377" cy="2502208"/>
          </a:xfrm>
          <a:custGeom>
            <a:avLst/>
            <a:gdLst>
              <a:gd name="connsiteX0" fmla="*/ 0 w 2623377"/>
              <a:gd name="connsiteY0" fmla="*/ 0 h 2502208"/>
              <a:gd name="connsiteX1" fmla="*/ 2623377 w 2623377"/>
              <a:gd name="connsiteY1" fmla="*/ 0 h 2502208"/>
              <a:gd name="connsiteX2" fmla="*/ 2623377 w 2623377"/>
              <a:gd name="connsiteY2" fmla="*/ 2410428 h 2502208"/>
              <a:gd name="connsiteX3" fmla="*/ 2361467 w 2623377"/>
              <a:gd name="connsiteY3" fmla="*/ 2465772 h 2502208"/>
              <a:gd name="connsiteX4" fmla="*/ 209540 w 2623377"/>
              <a:gd name="connsiteY4" fmla="*/ 1966166 h 2502208"/>
              <a:gd name="connsiteX5" fmla="*/ 0 w 2623377"/>
              <a:gd name="connsiteY5" fmla="*/ 1802883 h 250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23377" h="2502208">
                <a:moveTo>
                  <a:pt x="0" y="0"/>
                </a:moveTo>
                <a:lnTo>
                  <a:pt x="2623377" y="0"/>
                </a:lnTo>
                <a:lnTo>
                  <a:pt x="2623377" y="2410428"/>
                </a:lnTo>
                <a:lnTo>
                  <a:pt x="2361467" y="2465772"/>
                </a:lnTo>
                <a:cubicBezTo>
                  <a:pt x="1601768" y="2587103"/>
                  <a:pt x="828276" y="2401607"/>
                  <a:pt x="209540" y="1966166"/>
                </a:cubicBezTo>
                <a:lnTo>
                  <a:pt x="0" y="1802883"/>
                </a:lnTo>
                <a:close/>
              </a:path>
            </a:pathLst>
          </a:custGeom>
          <a:solidFill>
            <a:srgbClr val="0F9D58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B9F86070-55B2-D13E-AB72-531C5E0CDE2D}"/>
              </a:ext>
            </a:extLst>
          </p:cNvPr>
          <p:cNvSpPr/>
          <p:nvPr/>
        </p:nvSpPr>
        <p:spPr>
          <a:xfrm rot="6995548">
            <a:off x="5824122" y="4307402"/>
            <a:ext cx="3128578" cy="2136808"/>
          </a:xfrm>
          <a:custGeom>
            <a:avLst/>
            <a:gdLst>
              <a:gd name="connsiteX0" fmla="*/ 0 w 3128578"/>
              <a:gd name="connsiteY0" fmla="*/ 2096115 h 2096115"/>
              <a:gd name="connsiteX1" fmla="*/ 1 w 3128578"/>
              <a:gd name="connsiteY1" fmla="*/ 20965 h 2096115"/>
              <a:gd name="connsiteX2" fmla="*/ 131831 w 3128578"/>
              <a:gd name="connsiteY2" fmla="*/ 5968 h 2096115"/>
              <a:gd name="connsiteX3" fmla="*/ 2942995 w 3128578"/>
              <a:gd name="connsiteY3" fmla="*/ 1620458 h 2096115"/>
              <a:gd name="connsiteX4" fmla="*/ 3063675 w 3128578"/>
              <a:gd name="connsiteY4" fmla="*/ 1895353 h 2096115"/>
              <a:gd name="connsiteX5" fmla="*/ 3128578 w 3128578"/>
              <a:gd name="connsiteY5" fmla="*/ 2096115 h 20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8578" h="2096115">
                <a:moveTo>
                  <a:pt x="0" y="2096115"/>
                </a:moveTo>
                <a:lnTo>
                  <a:pt x="1" y="20965"/>
                </a:lnTo>
                <a:lnTo>
                  <a:pt x="131831" y="5968"/>
                </a:lnTo>
                <a:cubicBezTo>
                  <a:pt x="1272305" y="-67100"/>
                  <a:pt x="2399245" y="534258"/>
                  <a:pt x="2942995" y="1620458"/>
                </a:cubicBezTo>
                <a:cubicBezTo>
                  <a:pt x="2988308" y="1710975"/>
                  <a:pt x="3028498" y="1802716"/>
                  <a:pt x="3063675" y="1895353"/>
                </a:cubicBezTo>
                <a:lnTo>
                  <a:pt x="3128578" y="2096115"/>
                </a:lnTo>
                <a:close/>
              </a:path>
            </a:pathLst>
          </a:custGeom>
          <a:solidFill>
            <a:srgbClr val="DB4437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CE5344-6AB1-AC7D-044B-ED1AFB21A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40165" r="16435" b="35674"/>
          <a:stretch>
            <a:fillRect/>
          </a:stretch>
        </p:blipFill>
        <p:spPr>
          <a:xfrm>
            <a:off x="2867782" y="2754527"/>
            <a:ext cx="6856563" cy="1656945"/>
          </a:xfrm>
          <a:custGeom>
            <a:avLst/>
            <a:gdLst/>
            <a:ahLst/>
            <a:cxnLst/>
            <a:rect l="l" t="t" r="r" b="b"/>
            <a:pathLst>
              <a:path w="6856563" h="1656945">
                <a:moveTo>
                  <a:pt x="4802581" y="589136"/>
                </a:moveTo>
                <a:cubicBezTo>
                  <a:pt x="4786846" y="589136"/>
                  <a:pt x="4771268" y="591496"/>
                  <a:pt x="4755847" y="596217"/>
                </a:cubicBezTo>
                <a:cubicBezTo>
                  <a:pt x="4740426" y="600937"/>
                  <a:pt x="4724691" y="608648"/>
                  <a:pt x="4708641" y="619348"/>
                </a:cubicBezTo>
                <a:cubicBezTo>
                  <a:pt x="4692590" y="630048"/>
                  <a:pt x="4676068" y="643895"/>
                  <a:pt x="4659074" y="660889"/>
                </a:cubicBezTo>
                <a:cubicBezTo>
                  <a:pt x="4642080" y="677884"/>
                  <a:pt x="4624141" y="698969"/>
                  <a:pt x="4605259" y="724146"/>
                </a:cubicBezTo>
                <a:lnTo>
                  <a:pt x="4605259" y="1001720"/>
                </a:lnTo>
                <a:cubicBezTo>
                  <a:pt x="4638618" y="1043891"/>
                  <a:pt x="4670403" y="1076463"/>
                  <a:pt x="4700616" y="1099437"/>
                </a:cubicBezTo>
                <a:cubicBezTo>
                  <a:pt x="4730828" y="1122411"/>
                  <a:pt x="4762298" y="1133898"/>
                  <a:pt x="4795028" y="1133898"/>
                </a:cubicBezTo>
                <a:cubicBezTo>
                  <a:pt x="4825870" y="1133898"/>
                  <a:pt x="4852148" y="1126030"/>
                  <a:pt x="4873863" y="1110294"/>
                </a:cubicBezTo>
                <a:cubicBezTo>
                  <a:pt x="4895578" y="1094559"/>
                  <a:pt x="4913359" y="1073946"/>
                  <a:pt x="4927206" y="1048454"/>
                </a:cubicBezTo>
                <a:cubicBezTo>
                  <a:pt x="4941053" y="1022963"/>
                  <a:pt x="4951282" y="994167"/>
                  <a:pt x="4957891" y="962066"/>
                </a:cubicBezTo>
                <a:cubicBezTo>
                  <a:pt x="4964499" y="929966"/>
                  <a:pt x="4967804" y="897866"/>
                  <a:pt x="4967804" y="865765"/>
                </a:cubicBezTo>
                <a:cubicBezTo>
                  <a:pt x="4967804" y="829888"/>
                  <a:pt x="4965129" y="795428"/>
                  <a:pt x="4959779" y="762383"/>
                </a:cubicBezTo>
                <a:cubicBezTo>
                  <a:pt x="4954429" y="729339"/>
                  <a:pt x="4945302" y="699913"/>
                  <a:pt x="4932399" y="674107"/>
                </a:cubicBezTo>
                <a:cubicBezTo>
                  <a:pt x="4919496" y="648301"/>
                  <a:pt x="4902501" y="627687"/>
                  <a:pt x="4881416" y="612267"/>
                </a:cubicBezTo>
                <a:cubicBezTo>
                  <a:pt x="4860330" y="596846"/>
                  <a:pt x="4834052" y="589136"/>
                  <a:pt x="4802581" y="589136"/>
                </a:cubicBezTo>
                <a:close/>
                <a:moveTo>
                  <a:pt x="1267504" y="587247"/>
                </a:moveTo>
                <a:cubicBezTo>
                  <a:pt x="1236663" y="587247"/>
                  <a:pt x="1210070" y="594958"/>
                  <a:pt x="1187726" y="610378"/>
                </a:cubicBezTo>
                <a:cubicBezTo>
                  <a:pt x="1165381" y="625799"/>
                  <a:pt x="1147443" y="646413"/>
                  <a:pt x="1133910" y="672219"/>
                </a:cubicBezTo>
                <a:cubicBezTo>
                  <a:pt x="1120378" y="698025"/>
                  <a:pt x="1110307" y="726821"/>
                  <a:pt x="1103698" y="758607"/>
                </a:cubicBezTo>
                <a:cubicBezTo>
                  <a:pt x="1097089" y="790392"/>
                  <a:pt x="1093785" y="822965"/>
                  <a:pt x="1093785" y="856324"/>
                </a:cubicBezTo>
                <a:cubicBezTo>
                  <a:pt x="1093785" y="891571"/>
                  <a:pt x="1096617" y="926032"/>
                  <a:pt x="1102282" y="959706"/>
                </a:cubicBezTo>
                <a:cubicBezTo>
                  <a:pt x="1107947" y="993380"/>
                  <a:pt x="1117231" y="1023120"/>
                  <a:pt x="1130134" y="1048926"/>
                </a:cubicBezTo>
                <a:cubicBezTo>
                  <a:pt x="1143037" y="1074732"/>
                  <a:pt x="1160189" y="1095503"/>
                  <a:pt x="1181589" y="1111239"/>
                </a:cubicBezTo>
                <a:cubicBezTo>
                  <a:pt x="1202989" y="1126974"/>
                  <a:pt x="1230054" y="1134842"/>
                  <a:pt x="1262784" y="1134842"/>
                </a:cubicBezTo>
                <a:cubicBezTo>
                  <a:pt x="1279149" y="1134842"/>
                  <a:pt x="1295042" y="1132481"/>
                  <a:pt x="1310462" y="1127761"/>
                </a:cubicBezTo>
                <a:cubicBezTo>
                  <a:pt x="1325883" y="1123040"/>
                  <a:pt x="1341619" y="1115330"/>
                  <a:pt x="1357669" y="1104630"/>
                </a:cubicBezTo>
                <a:cubicBezTo>
                  <a:pt x="1373719" y="1093929"/>
                  <a:pt x="1390241" y="1079925"/>
                  <a:pt x="1407236" y="1062616"/>
                </a:cubicBezTo>
                <a:cubicBezTo>
                  <a:pt x="1424230" y="1045307"/>
                  <a:pt x="1442798" y="1024064"/>
                  <a:pt x="1462939" y="998887"/>
                </a:cubicBezTo>
                <a:lnTo>
                  <a:pt x="1462939" y="719425"/>
                </a:lnTo>
                <a:cubicBezTo>
                  <a:pt x="1428950" y="676625"/>
                  <a:pt x="1396378" y="643895"/>
                  <a:pt x="1365222" y="621236"/>
                </a:cubicBezTo>
                <a:cubicBezTo>
                  <a:pt x="1334066" y="598577"/>
                  <a:pt x="1301493" y="587247"/>
                  <a:pt x="1267504" y="587247"/>
                </a:cubicBezTo>
                <a:close/>
                <a:moveTo>
                  <a:pt x="6000773" y="402198"/>
                </a:moveTo>
                <a:cubicBezTo>
                  <a:pt x="6024061" y="402198"/>
                  <a:pt x="6043259" y="403142"/>
                  <a:pt x="6058365" y="405031"/>
                </a:cubicBezTo>
                <a:cubicBezTo>
                  <a:pt x="6073471" y="406919"/>
                  <a:pt x="6085587" y="409594"/>
                  <a:pt x="6094714" y="413056"/>
                </a:cubicBezTo>
                <a:cubicBezTo>
                  <a:pt x="6103840" y="416517"/>
                  <a:pt x="6110292" y="420609"/>
                  <a:pt x="6114069" y="425329"/>
                </a:cubicBezTo>
                <a:cubicBezTo>
                  <a:pt x="6117845" y="430050"/>
                  <a:pt x="6119733" y="435557"/>
                  <a:pt x="6119733" y="441852"/>
                </a:cubicBezTo>
                <a:lnTo>
                  <a:pt x="6119733" y="1282126"/>
                </a:lnTo>
                <a:cubicBezTo>
                  <a:pt x="6119733" y="1288420"/>
                  <a:pt x="6117845" y="1293927"/>
                  <a:pt x="6114069" y="1298648"/>
                </a:cubicBezTo>
                <a:cubicBezTo>
                  <a:pt x="6110292" y="1303369"/>
                  <a:pt x="6103840" y="1307303"/>
                  <a:pt x="6094714" y="1310450"/>
                </a:cubicBezTo>
                <a:cubicBezTo>
                  <a:pt x="6085587" y="1313597"/>
                  <a:pt x="6073471" y="1315957"/>
                  <a:pt x="6058365" y="1317531"/>
                </a:cubicBezTo>
                <a:cubicBezTo>
                  <a:pt x="6043259" y="1319104"/>
                  <a:pt x="6024061" y="1319891"/>
                  <a:pt x="6000773" y="1319891"/>
                </a:cubicBezTo>
                <a:cubicBezTo>
                  <a:pt x="5977485" y="1319891"/>
                  <a:pt x="5958287" y="1319104"/>
                  <a:pt x="5943181" y="1317531"/>
                </a:cubicBezTo>
                <a:cubicBezTo>
                  <a:pt x="5928075" y="1315957"/>
                  <a:pt x="5915959" y="1313597"/>
                  <a:pt x="5906833" y="1310450"/>
                </a:cubicBezTo>
                <a:cubicBezTo>
                  <a:pt x="5897706" y="1307303"/>
                  <a:pt x="5891254" y="1303369"/>
                  <a:pt x="5887477" y="1298648"/>
                </a:cubicBezTo>
                <a:cubicBezTo>
                  <a:pt x="5883701" y="1293927"/>
                  <a:pt x="5881813" y="1288420"/>
                  <a:pt x="5881813" y="1282126"/>
                </a:cubicBezTo>
                <a:lnTo>
                  <a:pt x="5881813" y="441852"/>
                </a:lnTo>
                <a:cubicBezTo>
                  <a:pt x="5881813" y="435557"/>
                  <a:pt x="5883701" y="430050"/>
                  <a:pt x="5887477" y="425329"/>
                </a:cubicBezTo>
                <a:cubicBezTo>
                  <a:pt x="5891254" y="420609"/>
                  <a:pt x="5897706" y="416517"/>
                  <a:pt x="5906833" y="413056"/>
                </a:cubicBezTo>
                <a:cubicBezTo>
                  <a:pt x="5915959" y="409594"/>
                  <a:pt x="5928075" y="406919"/>
                  <a:pt x="5943181" y="405031"/>
                </a:cubicBezTo>
                <a:cubicBezTo>
                  <a:pt x="5958287" y="403142"/>
                  <a:pt x="5977485" y="402198"/>
                  <a:pt x="6000773" y="402198"/>
                </a:cubicBezTo>
                <a:close/>
                <a:moveTo>
                  <a:pt x="3095649" y="402198"/>
                </a:moveTo>
                <a:cubicBezTo>
                  <a:pt x="3118937" y="402198"/>
                  <a:pt x="3138134" y="403142"/>
                  <a:pt x="3153240" y="405031"/>
                </a:cubicBezTo>
                <a:cubicBezTo>
                  <a:pt x="3168346" y="406919"/>
                  <a:pt x="3180463" y="409594"/>
                  <a:pt x="3189589" y="413056"/>
                </a:cubicBezTo>
                <a:cubicBezTo>
                  <a:pt x="3198716" y="416517"/>
                  <a:pt x="3205167" y="420609"/>
                  <a:pt x="3208944" y="425329"/>
                </a:cubicBezTo>
                <a:cubicBezTo>
                  <a:pt x="3212720" y="430050"/>
                  <a:pt x="3214609" y="435557"/>
                  <a:pt x="3214609" y="441852"/>
                </a:cubicBezTo>
                <a:lnTo>
                  <a:pt x="3214609" y="1282126"/>
                </a:lnTo>
                <a:cubicBezTo>
                  <a:pt x="3214609" y="1288420"/>
                  <a:pt x="3212720" y="1293927"/>
                  <a:pt x="3208944" y="1298648"/>
                </a:cubicBezTo>
                <a:cubicBezTo>
                  <a:pt x="3205167" y="1303369"/>
                  <a:pt x="3198716" y="1307303"/>
                  <a:pt x="3189589" y="1310450"/>
                </a:cubicBezTo>
                <a:cubicBezTo>
                  <a:pt x="3180463" y="1313597"/>
                  <a:pt x="3168346" y="1315957"/>
                  <a:pt x="3153240" y="1317531"/>
                </a:cubicBezTo>
                <a:cubicBezTo>
                  <a:pt x="3138134" y="1319104"/>
                  <a:pt x="3118937" y="1319891"/>
                  <a:pt x="3095649" y="1319891"/>
                </a:cubicBezTo>
                <a:cubicBezTo>
                  <a:pt x="3072360" y="1319891"/>
                  <a:pt x="3053163" y="1319104"/>
                  <a:pt x="3038057" y="1317531"/>
                </a:cubicBezTo>
                <a:cubicBezTo>
                  <a:pt x="3022951" y="1315957"/>
                  <a:pt x="3010834" y="1313597"/>
                  <a:pt x="3001708" y="1310450"/>
                </a:cubicBezTo>
                <a:cubicBezTo>
                  <a:pt x="2992581" y="1307303"/>
                  <a:pt x="2986130" y="1303369"/>
                  <a:pt x="2982353" y="1298648"/>
                </a:cubicBezTo>
                <a:cubicBezTo>
                  <a:pt x="2978577" y="1293927"/>
                  <a:pt x="2976688" y="1288420"/>
                  <a:pt x="2976688" y="1282126"/>
                </a:cubicBezTo>
                <a:lnTo>
                  <a:pt x="2976688" y="441852"/>
                </a:lnTo>
                <a:cubicBezTo>
                  <a:pt x="2976688" y="435557"/>
                  <a:pt x="2978577" y="430050"/>
                  <a:pt x="2982353" y="425329"/>
                </a:cubicBezTo>
                <a:cubicBezTo>
                  <a:pt x="2986130" y="420609"/>
                  <a:pt x="2992581" y="416517"/>
                  <a:pt x="3001708" y="413056"/>
                </a:cubicBezTo>
                <a:cubicBezTo>
                  <a:pt x="3010834" y="409594"/>
                  <a:pt x="3022951" y="406919"/>
                  <a:pt x="3038057" y="405031"/>
                </a:cubicBezTo>
                <a:cubicBezTo>
                  <a:pt x="3053163" y="403142"/>
                  <a:pt x="3072360" y="402198"/>
                  <a:pt x="3095649" y="402198"/>
                </a:cubicBezTo>
                <a:close/>
                <a:moveTo>
                  <a:pt x="2051759" y="402198"/>
                </a:moveTo>
                <a:cubicBezTo>
                  <a:pt x="2075047" y="402198"/>
                  <a:pt x="2094245" y="402985"/>
                  <a:pt x="2109351" y="404558"/>
                </a:cubicBezTo>
                <a:cubicBezTo>
                  <a:pt x="2124457" y="406132"/>
                  <a:pt x="2136573" y="408492"/>
                  <a:pt x="2145699" y="411639"/>
                </a:cubicBezTo>
                <a:cubicBezTo>
                  <a:pt x="2154826" y="414786"/>
                  <a:pt x="2161278" y="418720"/>
                  <a:pt x="2165054" y="423441"/>
                </a:cubicBezTo>
                <a:cubicBezTo>
                  <a:pt x="2168831" y="428162"/>
                  <a:pt x="2170719" y="433669"/>
                  <a:pt x="2170719" y="439963"/>
                </a:cubicBezTo>
                <a:lnTo>
                  <a:pt x="2170719" y="915804"/>
                </a:lnTo>
                <a:cubicBezTo>
                  <a:pt x="2170719" y="959863"/>
                  <a:pt x="2173551" y="993537"/>
                  <a:pt x="2179216" y="1016826"/>
                </a:cubicBezTo>
                <a:cubicBezTo>
                  <a:pt x="2184881" y="1040114"/>
                  <a:pt x="2193535" y="1060098"/>
                  <a:pt x="2205180" y="1076778"/>
                </a:cubicBezTo>
                <a:cubicBezTo>
                  <a:pt x="2216824" y="1093458"/>
                  <a:pt x="2231615" y="1106361"/>
                  <a:pt x="2249554" y="1115487"/>
                </a:cubicBezTo>
                <a:cubicBezTo>
                  <a:pt x="2267492" y="1124614"/>
                  <a:pt x="2288420" y="1129177"/>
                  <a:pt x="2312338" y="1129177"/>
                </a:cubicBezTo>
                <a:cubicBezTo>
                  <a:pt x="2342550" y="1129177"/>
                  <a:pt x="2372920" y="1118162"/>
                  <a:pt x="2403447" y="1096133"/>
                </a:cubicBezTo>
                <a:cubicBezTo>
                  <a:pt x="2433974" y="1074103"/>
                  <a:pt x="2466546" y="1042002"/>
                  <a:pt x="2501164" y="999831"/>
                </a:cubicBezTo>
                <a:lnTo>
                  <a:pt x="2501164" y="439963"/>
                </a:lnTo>
                <a:cubicBezTo>
                  <a:pt x="2501164" y="433669"/>
                  <a:pt x="2502895" y="428162"/>
                  <a:pt x="2506357" y="423441"/>
                </a:cubicBezTo>
                <a:cubicBezTo>
                  <a:pt x="2509818" y="418720"/>
                  <a:pt x="2516113" y="414786"/>
                  <a:pt x="2525239" y="411639"/>
                </a:cubicBezTo>
                <a:cubicBezTo>
                  <a:pt x="2534366" y="408492"/>
                  <a:pt x="2546482" y="406132"/>
                  <a:pt x="2561588" y="404558"/>
                </a:cubicBezTo>
                <a:cubicBezTo>
                  <a:pt x="2576694" y="402985"/>
                  <a:pt x="2595892" y="402198"/>
                  <a:pt x="2619180" y="402198"/>
                </a:cubicBezTo>
                <a:cubicBezTo>
                  <a:pt x="2642468" y="402198"/>
                  <a:pt x="2661666" y="402985"/>
                  <a:pt x="2676772" y="404558"/>
                </a:cubicBezTo>
                <a:cubicBezTo>
                  <a:pt x="2691878" y="406132"/>
                  <a:pt x="2703837" y="408492"/>
                  <a:pt x="2712649" y="411639"/>
                </a:cubicBezTo>
                <a:cubicBezTo>
                  <a:pt x="2721461" y="414786"/>
                  <a:pt x="2727755" y="418720"/>
                  <a:pt x="2731531" y="423441"/>
                </a:cubicBezTo>
                <a:cubicBezTo>
                  <a:pt x="2735308" y="428162"/>
                  <a:pt x="2737196" y="433669"/>
                  <a:pt x="2737196" y="439963"/>
                </a:cubicBezTo>
                <a:lnTo>
                  <a:pt x="2737196" y="1282126"/>
                </a:lnTo>
                <a:cubicBezTo>
                  <a:pt x="2737196" y="1288420"/>
                  <a:pt x="2735623" y="1293927"/>
                  <a:pt x="2732475" y="1298648"/>
                </a:cubicBezTo>
                <a:cubicBezTo>
                  <a:pt x="2729328" y="1303369"/>
                  <a:pt x="2723821" y="1307303"/>
                  <a:pt x="2715953" y="1310450"/>
                </a:cubicBezTo>
                <a:cubicBezTo>
                  <a:pt x="2708085" y="1313597"/>
                  <a:pt x="2697700" y="1315957"/>
                  <a:pt x="2684797" y="1317531"/>
                </a:cubicBezTo>
                <a:cubicBezTo>
                  <a:pt x="2671894" y="1319104"/>
                  <a:pt x="2655686" y="1319891"/>
                  <a:pt x="2636174" y="1319891"/>
                </a:cubicBezTo>
                <a:cubicBezTo>
                  <a:pt x="2615403" y="1319891"/>
                  <a:pt x="2598566" y="1319104"/>
                  <a:pt x="2585663" y="1317531"/>
                </a:cubicBezTo>
                <a:cubicBezTo>
                  <a:pt x="2572760" y="1315957"/>
                  <a:pt x="2562532" y="1313597"/>
                  <a:pt x="2554979" y="1310450"/>
                </a:cubicBezTo>
                <a:cubicBezTo>
                  <a:pt x="2547426" y="1307303"/>
                  <a:pt x="2542076" y="1303369"/>
                  <a:pt x="2538929" y="1298648"/>
                </a:cubicBezTo>
                <a:cubicBezTo>
                  <a:pt x="2535782" y="1293927"/>
                  <a:pt x="2534208" y="1288420"/>
                  <a:pt x="2534208" y="1282126"/>
                </a:cubicBezTo>
                <a:lnTo>
                  <a:pt x="2534208" y="1184881"/>
                </a:lnTo>
                <a:cubicBezTo>
                  <a:pt x="2487632" y="1235234"/>
                  <a:pt x="2440268" y="1272999"/>
                  <a:pt x="2392117" y="1298176"/>
                </a:cubicBezTo>
                <a:cubicBezTo>
                  <a:pt x="2343967" y="1323353"/>
                  <a:pt x="2294085" y="1335941"/>
                  <a:pt x="2242472" y="1335941"/>
                </a:cubicBezTo>
                <a:cubicBezTo>
                  <a:pt x="2184566" y="1335941"/>
                  <a:pt x="2135944" y="1326500"/>
                  <a:pt x="2096605" y="1307617"/>
                </a:cubicBezTo>
                <a:cubicBezTo>
                  <a:pt x="2057266" y="1288735"/>
                  <a:pt x="2025481" y="1262929"/>
                  <a:pt x="2001248" y="1230199"/>
                </a:cubicBezTo>
                <a:cubicBezTo>
                  <a:pt x="1977016" y="1197469"/>
                  <a:pt x="1959706" y="1159547"/>
                  <a:pt x="1949321" y="1116431"/>
                </a:cubicBezTo>
                <a:cubicBezTo>
                  <a:pt x="1938935" y="1073316"/>
                  <a:pt x="1933743" y="1019658"/>
                  <a:pt x="1933743" y="955457"/>
                </a:cubicBezTo>
                <a:lnTo>
                  <a:pt x="1933743" y="439963"/>
                </a:lnTo>
                <a:cubicBezTo>
                  <a:pt x="1933743" y="433669"/>
                  <a:pt x="1935474" y="428162"/>
                  <a:pt x="1938935" y="423441"/>
                </a:cubicBezTo>
                <a:cubicBezTo>
                  <a:pt x="1942397" y="418720"/>
                  <a:pt x="1948692" y="414786"/>
                  <a:pt x="1957818" y="411639"/>
                </a:cubicBezTo>
                <a:cubicBezTo>
                  <a:pt x="1966945" y="408492"/>
                  <a:pt x="1979218" y="406132"/>
                  <a:pt x="1994639" y="404558"/>
                </a:cubicBezTo>
                <a:cubicBezTo>
                  <a:pt x="2010060" y="402985"/>
                  <a:pt x="2029100" y="402198"/>
                  <a:pt x="2051759" y="402198"/>
                </a:cubicBezTo>
                <a:close/>
                <a:moveTo>
                  <a:pt x="4872447" y="386148"/>
                </a:moveTo>
                <a:cubicBezTo>
                  <a:pt x="4934130" y="386148"/>
                  <a:pt x="4986686" y="398264"/>
                  <a:pt x="5030116" y="422497"/>
                </a:cubicBezTo>
                <a:cubicBezTo>
                  <a:pt x="5073546" y="446730"/>
                  <a:pt x="5108951" y="479932"/>
                  <a:pt x="5136331" y="522102"/>
                </a:cubicBezTo>
                <a:cubicBezTo>
                  <a:pt x="5163711" y="564274"/>
                  <a:pt x="5183695" y="613368"/>
                  <a:pt x="5196283" y="669387"/>
                </a:cubicBezTo>
                <a:cubicBezTo>
                  <a:pt x="5208871" y="725405"/>
                  <a:pt x="5215166" y="785200"/>
                  <a:pt x="5215166" y="848771"/>
                </a:cubicBezTo>
                <a:cubicBezTo>
                  <a:pt x="5215166" y="923672"/>
                  <a:pt x="5207140" y="991177"/>
                  <a:pt x="5191090" y="1051286"/>
                </a:cubicBezTo>
                <a:cubicBezTo>
                  <a:pt x="5175040" y="1111396"/>
                  <a:pt x="5151594" y="1162536"/>
                  <a:pt x="5120753" y="1204707"/>
                </a:cubicBezTo>
                <a:cubicBezTo>
                  <a:pt x="5089911" y="1246878"/>
                  <a:pt x="5051517" y="1279293"/>
                  <a:pt x="5005569" y="1301953"/>
                </a:cubicBezTo>
                <a:cubicBezTo>
                  <a:pt x="4959621" y="1324612"/>
                  <a:pt x="4907065" y="1335941"/>
                  <a:pt x="4847900" y="1335941"/>
                </a:cubicBezTo>
                <a:cubicBezTo>
                  <a:pt x="4823352" y="1335941"/>
                  <a:pt x="4800851" y="1333581"/>
                  <a:pt x="4780394" y="1328860"/>
                </a:cubicBezTo>
                <a:cubicBezTo>
                  <a:pt x="4759938" y="1324140"/>
                  <a:pt x="4740112" y="1316901"/>
                  <a:pt x="4720914" y="1307145"/>
                </a:cubicBezTo>
                <a:cubicBezTo>
                  <a:pt x="4701717" y="1297389"/>
                  <a:pt x="4682677" y="1285273"/>
                  <a:pt x="4663795" y="1270796"/>
                </a:cubicBezTo>
                <a:cubicBezTo>
                  <a:pt x="4644912" y="1256320"/>
                  <a:pt x="4625400" y="1239325"/>
                  <a:pt x="4605259" y="1219813"/>
                </a:cubicBezTo>
                <a:lnTo>
                  <a:pt x="4605259" y="1616347"/>
                </a:lnTo>
                <a:cubicBezTo>
                  <a:pt x="4605259" y="1622641"/>
                  <a:pt x="4603371" y="1628306"/>
                  <a:pt x="4599594" y="1633342"/>
                </a:cubicBezTo>
                <a:cubicBezTo>
                  <a:pt x="4595818" y="1638377"/>
                  <a:pt x="4589366" y="1642625"/>
                  <a:pt x="4580239" y="1646087"/>
                </a:cubicBezTo>
                <a:cubicBezTo>
                  <a:pt x="4571113" y="1649549"/>
                  <a:pt x="4558997" y="1652224"/>
                  <a:pt x="4543891" y="1654112"/>
                </a:cubicBezTo>
                <a:cubicBezTo>
                  <a:pt x="4528784" y="1656001"/>
                  <a:pt x="4509587" y="1656945"/>
                  <a:pt x="4486299" y="1656945"/>
                </a:cubicBezTo>
                <a:cubicBezTo>
                  <a:pt x="4463010" y="1656945"/>
                  <a:pt x="4443813" y="1656001"/>
                  <a:pt x="4428707" y="1654112"/>
                </a:cubicBezTo>
                <a:cubicBezTo>
                  <a:pt x="4413601" y="1652224"/>
                  <a:pt x="4401485" y="1649549"/>
                  <a:pt x="4392358" y="1646087"/>
                </a:cubicBezTo>
                <a:cubicBezTo>
                  <a:pt x="4383231" y="1642625"/>
                  <a:pt x="4376780" y="1638377"/>
                  <a:pt x="4373003" y="1633342"/>
                </a:cubicBezTo>
                <a:cubicBezTo>
                  <a:pt x="4369227" y="1628306"/>
                  <a:pt x="4367338" y="1622641"/>
                  <a:pt x="4367338" y="1616347"/>
                </a:cubicBezTo>
                <a:lnTo>
                  <a:pt x="4367338" y="439963"/>
                </a:lnTo>
                <a:cubicBezTo>
                  <a:pt x="4367338" y="433669"/>
                  <a:pt x="4368912" y="428162"/>
                  <a:pt x="4372059" y="423441"/>
                </a:cubicBezTo>
                <a:cubicBezTo>
                  <a:pt x="4375206" y="418720"/>
                  <a:pt x="4380714" y="414786"/>
                  <a:pt x="4388581" y="411639"/>
                </a:cubicBezTo>
                <a:cubicBezTo>
                  <a:pt x="4396449" y="408492"/>
                  <a:pt x="4406835" y="406132"/>
                  <a:pt x="4419738" y="404558"/>
                </a:cubicBezTo>
                <a:cubicBezTo>
                  <a:pt x="4432641" y="402985"/>
                  <a:pt x="4448848" y="402198"/>
                  <a:pt x="4468360" y="402198"/>
                </a:cubicBezTo>
                <a:cubicBezTo>
                  <a:pt x="4487243" y="402198"/>
                  <a:pt x="4503136" y="402985"/>
                  <a:pt x="4516039" y="404558"/>
                </a:cubicBezTo>
                <a:cubicBezTo>
                  <a:pt x="4528942" y="406132"/>
                  <a:pt x="4539327" y="408492"/>
                  <a:pt x="4547195" y="411639"/>
                </a:cubicBezTo>
                <a:cubicBezTo>
                  <a:pt x="4555063" y="414786"/>
                  <a:pt x="4560570" y="418720"/>
                  <a:pt x="4563717" y="423441"/>
                </a:cubicBezTo>
                <a:cubicBezTo>
                  <a:pt x="4566864" y="428162"/>
                  <a:pt x="4568438" y="433669"/>
                  <a:pt x="4568438" y="439963"/>
                </a:cubicBezTo>
                <a:lnTo>
                  <a:pt x="4568438" y="539097"/>
                </a:lnTo>
                <a:cubicBezTo>
                  <a:pt x="4592985" y="513920"/>
                  <a:pt x="4617060" y="491733"/>
                  <a:pt x="4640664" y="472536"/>
                </a:cubicBezTo>
                <a:cubicBezTo>
                  <a:pt x="4664267" y="453338"/>
                  <a:pt x="4688342" y="437288"/>
                  <a:pt x="4712889" y="424385"/>
                </a:cubicBezTo>
                <a:cubicBezTo>
                  <a:pt x="4737437" y="411482"/>
                  <a:pt x="4762770" y="401883"/>
                  <a:pt x="4788892" y="395589"/>
                </a:cubicBezTo>
                <a:cubicBezTo>
                  <a:pt x="4815012" y="389295"/>
                  <a:pt x="4842864" y="386148"/>
                  <a:pt x="4872447" y="386148"/>
                </a:cubicBezTo>
                <a:close/>
                <a:moveTo>
                  <a:pt x="1224075" y="386148"/>
                </a:moveTo>
                <a:cubicBezTo>
                  <a:pt x="1247363" y="386148"/>
                  <a:pt x="1269708" y="388508"/>
                  <a:pt x="1291108" y="393229"/>
                </a:cubicBezTo>
                <a:cubicBezTo>
                  <a:pt x="1312508" y="397950"/>
                  <a:pt x="1333908" y="406132"/>
                  <a:pt x="1355308" y="417776"/>
                </a:cubicBezTo>
                <a:cubicBezTo>
                  <a:pt x="1376708" y="429420"/>
                  <a:pt x="1398896" y="444527"/>
                  <a:pt x="1421869" y="463094"/>
                </a:cubicBezTo>
                <a:cubicBezTo>
                  <a:pt x="1444843" y="481662"/>
                  <a:pt x="1470177" y="504479"/>
                  <a:pt x="1497872" y="531544"/>
                </a:cubicBezTo>
                <a:lnTo>
                  <a:pt x="1497872" y="439963"/>
                </a:lnTo>
                <a:cubicBezTo>
                  <a:pt x="1497872" y="433669"/>
                  <a:pt x="1499603" y="428162"/>
                  <a:pt x="1503065" y="423441"/>
                </a:cubicBezTo>
                <a:cubicBezTo>
                  <a:pt x="1506526" y="418720"/>
                  <a:pt x="1512191" y="414786"/>
                  <a:pt x="1520059" y="411639"/>
                </a:cubicBezTo>
                <a:cubicBezTo>
                  <a:pt x="1527927" y="408492"/>
                  <a:pt x="1538155" y="406132"/>
                  <a:pt x="1550743" y="404558"/>
                </a:cubicBezTo>
                <a:cubicBezTo>
                  <a:pt x="1563332" y="402985"/>
                  <a:pt x="1579696" y="402198"/>
                  <a:pt x="1599838" y="402198"/>
                </a:cubicBezTo>
                <a:cubicBezTo>
                  <a:pt x="1618720" y="402198"/>
                  <a:pt x="1634613" y="402985"/>
                  <a:pt x="1647516" y="404558"/>
                </a:cubicBezTo>
                <a:cubicBezTo>
                  <a:pt x="1660419" y="406132"/>
                  <a:pt x="1670647" y="408492"/>
                  <a:pt x="1678200" y="411639"/>
                </a:cubicBezTo>
                <a:cubicBezTo>
                  <a:pt x="1685753" y="414786"/>
                  <a:pt x="1691103" y="418720"/>
                  <a:pt x="1694251" y="423441"/>
                </a:cubicBezTo>
                <a:cubicBezTo>
                  <a:pt x="1697398" y="428162"/>
                  <a:pt x="1698971" y="433669"/>
                  <a:pt x="1698971" y="439963"/>
                </a:cubicBezTo>
                <a:lnTo>
                  <a:pt x="1698971" y="1616347"/>
                </a:lnTo>
                <a:cubicBezTo>
                  <a:pt x="1698971" y="1622641"/>
                  <a:pt x="1697083" y="1628306"/>
                  <a:pt x="1693306" y="1633342"/>
                </a:cubicBezTo>
                <a:cubicBezTo>
                  <a:pt x="1689530" y="1638377"/>
                  <a:pt x="1683236" y="1642625"/>
                  <a:pt x="1674424" y="1646087"/>
                </a:cubicBezTo>
                <a:cubicBezTo>
                  <a:pt x="1665612" y="1649549"/>
                  <a:pt x="1653653" y="1652224"/>
                  <a:pt x="1638547" y="1654112"/>
                </a:cubicBezTo>
                <a:cubicBezTo>
                  <a:pt x="1623441" y="1656001"/>
                  <a:pt x="1604244" y="1656945"/>
                  <a:pt x="1580955" y="1656945"/>
                </a:cubicBezTo>
                <a:cubicBezTo>
                  <a:pt x="1557667" y="1656945"/>
                  <a:pt x="1538469" y="1656001"/>
                  <a:pt x="1523363" y="1654112"/>
                </a:cubicBezTo>
                <a:cubicBezTo>
                  <a:pt x="1508257" y="1652224"/>
                  <a:pt x="1496141" y="1649549"/>
                  <a:pt x="1487014" y="1646087"/>
                </a:cubicBezTo>
                <a:cubicBezTo>
                  <a:pt x="1477888" y="1642625"/>
                  <a:pt x="1471594" y="1638377"/>
                  <a:pt x="1468132" y="1633342"/>
                </a:cubicBezTo>
                <a:cubicBezTo>
                  <a:pt x="1464670" y="1628306"/>
                  <a:pt x="1462939" y="1622641"/>
                  <a:pt x="1462939" y="1616347"/>
                </a:cubicBezTo>
                <a:lnTo>
                  <a:pt x="1462939" y="1216037"/>
                </a:lnTo>
                <a:cubicBezTo>
                  <a:pt x="1440280" y="1236808"/>
                  <a:pt x="1418250" y="1254903"/>
                  <a:pt x="1396850" y="1270324"/>
                </a:cubicBezTo>
                <a:cubicBezTo>
                  <a:pt x="1375450" y="1285745"/>
                  <a:pt x="1354050" y="1298333"/>
                  <a:pt x="1332649" y="1308089"/>
                </a:cubicBezTo>
                <a:cubicBezTo>
                  <a:pt x="1311249" y="1317845"/>
                  <a:pt x="1289220" y="1324926"/>
                  <a:pt x="1266561" y="1329332"/>
                </a:cubicBezTo>
                <a:cubicBezTo>
                  <a:pt x="1243901" y="1333738"/>
                  <a:pt x="1219983" y="1335941"/>
                  <a:pt x="1194807" y="1335941"/>
                </a:cubicBezTo>
                <a:cubicBezTo>
                  <a:pt x="1133124" y="1335941"/>
                  <a:pt x="1080567" y="1323510"/>
                  <a:pt x="1037137" y="1298648"/>
                </a:cubicBezTo>
                <a:cubicBezTo>
                  <a:pt x="993707" y="1273786"/>
                  <a:pt x="958302" y="1240270"/>
                  <a:pt x="930923" y="1198098"/>
                </a:cubicBezTo>
                <a:cubicBezTo>
                  <a:pt x="903543" y="1155927"/>
                  <a:pt x="883559" y="1106675"/>
                  <a:pt x="870971" y="1050342"/>
                </a:cubicBezTo>
                <a:cubicBezTo>
                  <a:pt x="858382" y="994009"/>
                  <a:pt x="852088" y="934687"/>
                  <a:pt x="852088" y="872374"/>
                </a:cubicBezTo>
                <a:cubicBezTo>
                  <a:pt x="852088" y="797473"/>
                  <a:pt x="860270" y="730125"/>
                  <a:pt x="876635" y="670331"/>
                </a:cubicBezTo>
                <a:cubicBezTo>
                  <a:pt x="893000" y="610536"/>
                  <a:pt x="916918" y="559553"/>
                  <a:pt x="948389" y="517382"/>
                </a:cubicBezTo>
                <a:cubicBezTo>
                  <a:pt x="979860" y="475211"/>
                  <a:pt x="1018569" y="442796"/>
                  <a:pt x="1064517" y="420137"/>
                </a:cubicBezTo>
                <a:cubicBezTo>
                  <a:pt x="1110464" y="397477"/>
                  <a:pt x="1163650" y="386148"/>
                  <a:pt x="1224075" y="386148"/>
                </a:cubicBezTo>
                <a:close/>
                <a:moveTo>
                  <a:pt x="6516677" y="180328"/>
                </a:moveTo>
                <a:cubicBezTo>
                  <a:pt x="6539965" y="180328"/>
                  <a:pt x="6559320" y="181115"/>
                  <a:pt x="6574741" y="182688"/>
                </a:cubicBezTo>
                <a:cubicBezTo>
                  <a:pt x="6590161" y="184262"/>
                  <a:pt x="6602277" y="186780"/>
                  <a:pt x="6611089" y="190241"/>
                </a:cubicBezTo>
                <a:cubicBezTo>
                  <a:pt x="6619901" y="193703"/>
                  <a:pt x="6626195" y="197952"/>
                  <a:pt x="6629972" y="202987"/>
                </a:cubicBezTo>
                <a:cubicBezTo>
                  <a:pt x="6633749" y="208022"/>
                  <a:pt x="6635637" y="213687"/>
                  <a:pt x="6635637" y="219981"/>
                </a:cubicBezTo>
                <a:lnTo>
                  <a:pt x="6635637" y="407863"/>
                </a:lnTo>
                <a:lnTo>
                  <a:pt x="6818797" y="407863"/>
                </a:lnTo>
                <a:cubicBezTo>
                  <a:pt x="6825092" y="407863"/>
                  <a:pt x="6830599" y="409437"/>
                  <a:pt x="6835320" y="412584"/>
                </a:cubicBezTo>
                <a:cubicBezTo>
                  <a:pt x="6840041" y="415731"/>
                  <a:pt x="6843975" y="420923"/>
                  <a:pt x="6847121" y="428162"/>
                </a:cubicBezTo>
                <a:cubicBezTo>
                  <a:pt x="6850269" y="435400"/>
                  <a:pt x="6852629" y="445314"/>
                  <a:pt x="6854203" y="457902"/>
                </a:cubicBezTo>
                <a:cubicBezTo>
                  <a:pt x="6855776" y="470490"/>
                  <a:pt x="6856563" y="485911"/>
                  <a:pt x="6856563" y="504164"/>
                </a:cubicBezTo>
                <a:cubicBezTo>
                  <a:pt x="6856563" y="538782"/>
                  <a:pt x="6853416" y="563487"/>
                  <a:pt x="6847121" y="578278"/>
                </a:cubicBezTo>
                <a:cubicBezTo>
                  <a:pt x="6840827" y="593070"/>
                  <a:pt x="6831701" y="600465"/>
                  <a:pt x="6819741" y="600465"/>
                </a:cubicBezTo>
                <a:lnTo>
                  <a:pt x="6635637" y="600465"/>
                </a:lnTo>
                <a:lnTo>
                  <a:pt x="6635637" y="996055"/>
                </a:lnTo>
                <a:cubicBezTo>
                  <a:pt x="6635637" y="1042002"/>
                  <a:pt x="6642875" y="1076463"/>
                  <a:pt x="6657351" y="1099437"/>
                </a:cubicBezTo>
                <a:cubicBezTo>
                  <a:pt x="6671829" y="1122411"/>
                  <a:pt x="6697635" y="1133898"/>
                  <a:pt x="6734770" y="1133898"/>
                </a:cubicBezTo>
                <a:cubicBezTo>
                  <a:pt x="6747359" y="1133898"/>
                  <a:pt x="6758688" y="1132796"/>
                  <a:pt x="6768759" y="1130593"/>
                </a:cubicBezTo>
                <a:cubicBezTo>
                  <a:pt x="6778829" y="1128390"/>
                  <a:pt x="6787799" y="1125873"/>
                  <a:pt x="6795667" y="1123040"/>
                </a:cubicBezTo>
                <a:cubicBezTo>
                  <a:pt x="6803535" y="1120208"/>
                  <a:pt x="6810143" y="1117690"/>
                  <a:pt x="6815493" y="1115487"/>
                </a:cubicBezTo>
                <a:cubicBezTo>
                  <a:pt x="6820843" y="1113284"/>
                  <a:pt x="6825721" y="1112183"/>
                  <a:pt x="6830127" y="1112183"/>
                </a:cubicBezTo>
                <a:cubicBezTo>
                  <a:pt x="6833903" y="1112183"/>
                  <a:pt x="6837523" y="1113284"/>
                  <a:pt x="6840985" y="1115487"/>
                </a:cubicBezTo>
                <a:cubicBezTo>
                  <a:pt x="6844447" y="1117690"/>
                  <a:pt x="6847121" y="1122096"/>
                  <a:pt x="6849009" y="1128705"/>
                </a:cubicBezTo>
                <a:cubicBezTo>
                  <a:pt x="6850898" y="1135314"/>
                  <a:pt x="6852629" y="1144283"/>
                  <a:pt x="6854203" y="1155613"/>
                </a:cubicBezTo>
                <a:cubicBezTo>
                  <a:pt x="6855776" y="1166942"/>
                  <a:pt x="6856563" y="1181419"/>
                  <a:pt x="6856563" y="1199043"/>
                </a:cubicBezTo>
                <a:cubicBezTo>
                  <a:pt x="6856563" y="1226737"/>
                  <a:pt x="6854832" y="1247980"/>
                  <a:pt x="6851370" y="1262771"/>
                </a:cubicBezTo>
                <a:cubicBezTo>
                  <a:pt x="6847909" y="1277562"/>
                  <a:pt x="6843345" y="1287948"/>
                  <a:pt x="6837680" y="1293927"/>
                </a:cubicBezTo>
                <a:cubicBezTo>
                  <a:pt x="6832015" y="1299907"/>
                  <a:pt x="6823676" y="1305257"/>
                  <a:pt x="6812661" y="1309978"/>
                </a:cubicBezTo>
                <a:cubicBezTo>
                  <a:pt x="6801647" y="1314698"/>
                  <a:pt x="6788743" y="1318789"/>
                  <a:pt x="6773951" y="1322251"/>
                </a:cubicBezTo>
                <a:cubicBezTo>
                  <a:pt x="6759161" y="1325713"/>
                  <a:pt x="6743110" y="1328388"/>
                  <a:pt x="6725801" y="1330276"/>
                </a:cubicBezTo>
                <a:cubicBezTo>
                  <a:pt x="6708492" y="1332165"/>
                  <a:pt x="6691026" y="1333109"/>
                  <a:pt x="6673402" y="1333109"/>
                </a:cubicBezTo>
                <a:cubicBezTo>
                  <a:pt x="6626195" y="1333109"/>
                  <a:pt x="6585283" y="1327129"/>
                  <a:pt x="6550665" y="1315170"/>
                </a:cubicBezTo>
                <a:cubicBezTo>
                  <a:pt x="6516047" y="1303211"/>
                  <a:pt x="6487409" y="1284801"/>
                  <a:pt x="6464749" y="1259939"/>
                </a:cubicBezTo>
                <a:cubicBezTo>
                  <a:pt x="6442091" y="1235077"/>
                  <a:pt x="6425411" y="1203763"/>
                  <a:pt x="6414711" y="1165998"/>
                </a:cubicBezTo>
                <a:cubicBezTo>
                  <a:pt x="6404011" y="1128233"/>
                  <a:pt x="6398661" y="1083544"/>
                  <a:pt x="6398661" y="1031932"/>
                </a:cubicBezTo>
                <a:lnTo>
                  <a:pt x="6398661" y="600465"/>
                </a:lnTo>
                <a:lnTo>
                  <a:pt x="6297639" y="600465"/>
                </a:lnTo>
                <a:cubicBezTo>
                  <a:pt x="6285680" y="600465"/>
                  <a:pt x="6276553" y="593070"/>
                  <a:pt x="6270259" y="578278"/>
                </a:cubicBezTo>
                <a:cubicBezTo>
                  <a:pt x="6263965" y="563487"/>
                  <a:pt x="6260817" y="538782"/>
                  <a:pt x="6260817" y="504164"/>
                </a:cubicBezTo>
                <a:cubicBezTo>
                  <a:pt x="6260817" y="485911"/>
                  <a:pt x="6261605" y="470490"/>
                  <a:pt x="6263178" y="457902"/>
                </a:cubicBezTo>
                <a:cubicBezTo>
                  <a:pt x="6264752" y="445314"/>
                  <a:pt x="6267112" y="435400"/>
                  <a:pt x="6270259" y="428162"/>
                </a:cubicBezTo>
                <a:cubicBezTo>
                  <a:pt x="6273407" y="420923"/>
                  <a:pt x="6277340" y="415731"/>
                  <a:pt x="6282061" y="412584"/>
                </a:cubicBezTo>
                <a:cubicBezTo>
                  <a:pt x="6286781" y="409437"/>
                  <a:pt x="6292289" y="407863"/>
                  <a:pt x="6298583" y="407863"/>
                </a:cubicBezTo>
                <a:lnTo>
                  <a:pt x="6398661" y="407863"/>
                </a:lnTo>
                <a:lnTo>
                  <a:pt x="6398661" y="219981"/>
                </a:lnTo>
                <a:cubicBezTo>
                  <a:pt x="6398661" y="213687"/>
                  <a:pt x="6400391" y="208022"/>
                  <a:pt x="6403853" y="202987"/>
                </a:cubicBezTo>
                <a:cubicBezTo>
                  <a:pt x="6407315" y="197952"/>
                  <a:pt x="6413609" y="193703"/>
                  <a:pt x="6422735" y="190241"/>
                </a:cubicBezTo>
                <a:cubicBezTo>
                  <a:pt x="6431863" y="186780"/>
                  <a:pt x="6444136" y="184262"/>
                  <a:pt x="6459557" y="182688"/>
                </a:cubicBezTo>
                <a:cubicBezTo>
                  <a:pt x="6474978" y="181115"/>
                  <a:pt x="6494017" y="180328"/>
                  <a:pt x="6516677" y="180328"/>
                </a:cubicBezTo>
                <a:close/>
                <a:moveTo>
                  <a:pt x="73643" y="92524"/>
                </a:moveTo>
                <a:lnTo>
                  <a:pt x="683550" y="92524"/>
                </a:lnTo>
                <a:cubicBezTo>
                  <a:pt x="689214" y="92524"/>
                  <a:pt x="694250" y="94097"/>
                  <a:pt x="698655" y="97245"/>
                </a:cubicBezTo>
                <a:cubicBezTo>
                  <a:pt x="703062" y="100392"/>
                  <a:pt x="706838" y="105899"/>
                  <a:pt x="709985" y="113767"/>
                </a:cubicBezTo>
                <a:cubicBezTo>
                  <a:pt x="713132" y="121635"/>
                  <a:pt x="715493" y="131705"/>
                  <a:pt x="717066" y="143979"/>
                </a:cubicBezTo>
                <a:cubicBezTo>
                  <a:pt x="718640" y="156253"/>
                  <a:pt x="719426" y="171831"/>
                  <a:pt x="719426" y="190713"/>
                </a:cubicBezTo>
                <a:cubicBezTo>
                  <a:pt x="719426" y="208337"/>
                  <a:pt x="718640" y="223286"/>
                  <a:pt x="717066" y="235559"/>
                </a:cubicBezTo>
                <a:cubicBezTo>
                  <a:pt x="715493" y="247833"/>
                  <a:pt x="713132" y="257746"/>
                  <a:pt x="709985" y="265300"/>
                </a:cubicBezTo>
                <a:cubicBezTo>
                  <a:pt x="706838" y="272853"/>
                  <a:pt x="703062" y="278360"/>
                  <a:pt x="698655" y="281822"/>
                </a:cubicBezTo>
                <a:cubicBezTo>
                  <a:pt x="694250" y="285284"/>
                  <a:pt x="689214" y="287014"/>
                  <a:pt x="683550" y="287014"/>
                </a:cubicBezTo>
                <a:lnTo>
                  <a:pt x="247362" y="287014"/>
                </a:lnTo>
                <a:lnTo>
                  <a:pt x="247362" y="585359"/>
                </a:lnTo>
                <a:lnTo>
                  <a:pt x="616516" y="585359"/>
                </a:lnTo>
                <a:cubicBezTo>
                  <a:pt x="622181" y="585359"/>
                  <a:pt x="627374" y="587090"/>
                  <a:pt x="632094" y="590552"/>
                </a:cubicBezTo>
                <a:cubicBezTo>
                  <a:pt x="636815" y="594014"/>
                  <a:pt x="640749" y="599364"/>
                  <a:pt x="643896" y="606602"/>
                </a:cubicBezTo>
                <a:cubicBezTo>
                  <a:pt x="647043" y="613840"/>
                  <a:pt x="649403" y="623596"/>
                  <a:pt x="650977" y="635870"/>
                </a:cubicBezTo>
                <a:cubicBezTo>
                  <a:pt x="652551" y="648144"/>
                  <a:pt x="653337" y="663092"/>
                  <a:pt x="653337" y="680716"/>
                </a:cubicBezTo>
                <a:cubicBezTo>
                  <a:pt x="653337" y="698969"/>
                  <a:pt x="652551" y="714075"/>
                  <a:pt x="650977" y="726034"/>
                </a:cubicBezTo>
                <a:cubicBezTo>
                  <a:pt x="649403" y="737993"/>
                  <a:pt x="647043" y="747592"/>
                  <a:pt x="643896" y="754830"/>
                </a:cubicBezTo>
                <a:cubicBezTo>
                  <a:pt x="640749" y="762068"/>
                  <a:pt x="636815" y="767261"/>
                  <a:pt x="632094" y="770408"/>
                </a:cubicBezTo>
                <a:cubicBezTo>
                  <a:pt x="627374" y="773555"/>
                  <a:pt x="622181" y="775129"/>
                  <a:pt x="616516" y="775129"/>
                </a:cubicBezTo>
                <a:lnTo>
                  <a:pt x="247362" y="775129"/>
                </a:lnTo>
                <a:lnTo>
                  <a:pt x="247362" y="1119736"/>
                </a:lnTo>
                <a:lnTo>
                  <a:pt x="687326" y="1119736"/>
                </a:lnTo>
                <a:cubicBezTo>
                  <a:pt x="692991" y="1119736"/>
                  <a:pt x="698183" y="1121467"/>
                  <a:pt x="702904" y="1124928"/>
                </a:cubicBezTo>
                <a:cubicBezTo>
                  <a:pt x="707625" y="1128390"/>
                  <a:pt x="711559" y="1133898"/>
                  <a:pt x="714706" y="1141451"/>
                </a:cubicBezTo>
                <a:cubicBezTo>
                  <a:pt x="717853" y="1149004"/>
                  <a:pt x="720213" y="1158917"/>
                  <a:pt x="721787" y="1171191"/>
                </a:cubicBezTo>
                <a:cubicBezTo>
                  <a:pt x="723360" y="1183464"/>
                  <a:pt x="724147" y="1198728"/>
                  <a:pt x="724147" y="1216981"/>
                </a:cubicBezTo>
                <a:cubicBezTo>
                  <a:pt x="724147" y="1235234"/>
                  <a:pt x="723360" y="1250498"/>
                  <a:pt x="721787" y="1262771"/>
                </a:cubicBezTo>
                <a:cubicBezTo>
                  <a:pt x="720213" y="1275045"/>
                  <a:pt x="717853" y="1284958"/>
                  <a:pt x="714706" y="1292511"/>
                </a:cubicBezTo>
                <a:cubicBezTo>
                  <a:pt x="711559" y="1300064"/>
                  <a:pt x="707625" y="1305572"/>
                  <a:pt x="702904" y="1309034"/>
                </a:cubicBezTo>
                <a:cubicBezTo>
                  <a:pt x="698183" y="1312495"/>
                  <a:pt x="692991" y="1314226"/>
                  <a:pt x="687326" y="1314226"/>
                </a:cubicBezTo>
                <a:lnTo>
                  <a:pt x="73643" y="1314226"/>
                </a:lnTo>
                <a:cubicBezTo>
                  <a:pt x="52872" y="1314226"/>
                  <a:pt x="35405" y="1308089"/>
                  <a:pt x="21243" y="1295816"/>
                </a:cubicBezTo>
                <a:cubicBezTo>
                  <a:pt x="7081" y="1283542"/>
                  <a:pt x="0" y="1263558"/>
                  <a:pt x="0" y="1235864"/>
                </a:cubicBezTo>
                <a:lnTo>
                  <a:pt x="0" y="170887"/>
                </a:lnTo>
                <a:cubicBezTo>
                  <a:pt x="0" y="143192"/>
                  <a:pt x="7081" y="123208"/>
                  <a:pt x="21243" y="110935"/>
                </a:cubicBezTo>
                <a:cubicBezTo>
                  <a:pt x="35405" y="98661"/>
                  <a:pt x="52872" y="92524"/>
                  <a:pt x="73643" y="92524"/>
                </a:cubicBezTo>
                <a:close/>
                <a:moveTo>
                  <a:pt x="3823981" y="70809"/>
                </a:moveTo>
                <a:cubicBezTo>
                  <a:pt x="3852934" y="70809"/>
                  <a:pt x="3881887" y="73012"/>
                  <a:pt x="3910841" y="77418"/>
                </a:cubicBezTo>
                <a:cubicBezTo>
                  <a:pt x="3939794" y="81824"/>
                  <a:pt x="3966859" y="87804"/>
                  <a:pt x="3992036" y="95356"/>
                </a:cubicBezTo>
                <a:cubicBezTo>
                  <a:pt x="4017212" y="102909"/>
                  <a:pt x="4039557" y="111407"/>
                  <a:pt x="4059069" y="120848"/>
                </a:cubicBezTo>
                <a:cubicBezTo>
                  <a:pt x="4078581" y="130289"/>
                  <a:pt x="4091484" y="138157"/>
                  <a:pt x="4097778" y="144451"/>
                </a:cubicBezTo>
                <a:cubicBezTo>
                  <a:pt x="4104072" y="150745"/>
                  <a:pt x="4108321" y="156095"/>
                  <a:pt x="4110524" y="160501"/>
                </a:cubicBezTo>
                <a:cubicBezTo>
                  <a:pt x="4112727" y="164907"/>
                  <a:pt x="4114615" y="170730"/>
                  <a:pt x="4116189" y="177968"/>
                </a:cubicBezTo>
                <a:cubicBezTo>
                  <a:pt x="4117762" y="185206"/>
                  <a:pt x="4118864" y="194333"/>
                  <a:pt x="4119493" y="205348"/>
                </a:cubicBezTo>
                <a:cubicBezTo>
                  <a:pt x="4120122" y="216362"/>
                  <a:pt x="4120437" y="230052"/>
                  <a:pt x="4120437" y="246417"/>
                </a:cubicBezTo>
                <a:cubicBezTo>
                  <a:pt x="4120437" y="264670"/>
                  <a:pt x="4119965" y="280091"/>
                  <a:pt x="4119021" y="292679"/>
                </a:cubicBezTo>
                <a:cubicBezTo>
                  <a:pt x="4118077" y="305268"/>
                  <a:pt x="4116504" y="315653"/>
                  <a:pt x="4114300" y="323835"/>
                </a:cubicBezTo>
                <a:cubicBezTo>
                  <a:pt x="4112097" y="332018"/>
                  <a:pt x="4108950" y="337997"/>
                  <a:pt x="4104859" y="341774"/>
                </a:cubicBezTo>
                <a:cubicBezTo>
                  <a:pt x="4100768" y="345550"/>
                  <a:pt x="4095261" y="347439"/>
                  <a:pt x="4088337" y="347439"/>
                </a:cubicBezTo>
                <a:cubicBezTo>
                  <a:pt x="4081413" y="347439"/>
                  <a:pt x="4070398" y="343033"/>
                  <a:pt x="4055292" y="334221"/>
                </a:cubicBezTo>
                <a:cubicBezTo>
                  <a:pt x="4040186" y="325409"/>
                  <a:pt x="4021619" y="315810"/>
                  <a:pt x="3999589" y="305425"/>
                </a:cubicBezTo>
                <a:cubicBezTo>
                  <a:pt x="3977559" y="295040"/>
                  <a:pt x="3952067" y="285598"/>
                  <a:pt x="3923114" y="277101"/>
                </a:cubicBezTo>
                <a:cubicBezTo>
                  <a:pt x="3894161" y="268604"/>
                  <a:pt x="3862375" y="264356"/>
                  <a:pt x="3827757" y="264356"/>
                </a:cubicBezTo>
                <a:cubicBezTo>
                  <a:pt x="3800692" y="264356"/>
                  <a:pt x="3777089" y="267660"/>
                  <a:pt x="3756948" y="274269"/>
                </a:cubicBezTo>
                <a:cubicBezTo>
                  <a:pt x="3736806" y="280878"/>
                  <a:pt x="3719969" y="290004"/>
                  <a:pt x="3706437" y="301648"/>
                </a:cubicBezTo>
                <a:cubicBezTo>
                  <a:pt x="3692905" y="313293"/>
                  <a:pt x="3682834" y="327297"/>
                  <a:pt x="3676225" y="343662"/>
                </a:cubicBezTo>
                <a:cubicBezTo>
                  <a:pt x="3669616" y="360027"/>
                  <a:pt x="3666311" y="377336"/>
                  <a:pt x="3666311" y="395589"/>
                </a:cubicBezTo>
                <a:cubicBezTo>
                  <a:pt x="3666311" y="422654"/>
                  <a:pt x="3673707" y="446100"/>
                  <a:pt x="3688498" y="465927"/>
                </a:cubicBezTo>
                <a:cubicBezTo>
                  <a:pt x="3703290" y="485754"/>
                  <a:pt x="3723117" y="503377"/>
                  <a:pt x="3747978" y="518798"/>
                </a:cubicBezTo>
                <a:cubicBezTo>
                  <a:pt x="3772841" y="534219"/>
                  <a:pt x="3801007" y="548695"/>
                  <a:pt x="3832478" y="562228"/>
                </a:cubicBezTo>
                <a:cubicBezTo>
                  <a:pt x="3863949" y="575760"/>
                  <a:pt x="3896049" y="590080"/>
                  <a:pt x="3928779" y="605186"/>
                </a:cubicBezTo>
                <a:cubicBezTo>
                  <a:pt x="3961509" y="620292"/>
                  <a:pt x="3993609" y="637444"/>
                  <a:pt x="4025080" y="656641"/>
                </a:cubicBezTo>
                <a:cubicBezTo>
                  <a:pt x="4056551" y="675838"/>
                  <a:pt x="4084560" y="698812"/>
                  <a:pt x="4109108" y="725562"/>
                </a:cubicBezTo>
                <a:cubicBezTo>
                  <a:pt x="4133655" y="752312"/>
                  <a:pt x="4153482" y="783783"/>
                  <a:pt x="4168588" y="819975"/>
                </a:cubicBezTo>
                <a:cubicBezTo>
                  <a:pt x="4183694" y="856167"/>
                  <a:pt x="4191247" y="898810"/>
                  <a:pt x="4191247" y="947904"/>
                </a:cubicBezTo>
                <a:cubicBezTo>
                  <a:pt x="4191247" y="1012105"/>
                  <a:pt x="4179288" y="1068438"/>
                  <a:pt x="4155370" y="1116903"/>
                </a:cubicBezTo>
                <a:cubicBezTo>
                  <a:pt x="4131452" y="1165369"/>
                  <a:pt x="4099037" y="1205809"/>
                  <a:pt x="4058125" y="1238224"/>
                </a:cubicBezTo>
                <a:cubicBezTo>
                  <a:pt x="4017212" y="1270639"/>
                  <a:pt x="3969377" y="1295029"/>
                  <a:pt x="3914617" y="1311394"/>
                </a:cubicBezTo>
                <a:cubicBezTo>
                  <a:pt x="3859858" y="1327759"/>
                  <a:pt x="3801322" y="1335941"/>
                  <a:pt x="3739009" y="1335941"/>
                </a:cubicBezTo>
                <a:cubicBezTo>
                  <a:pt x="3696838" y="1335941"/>
                  <a:pt x="3657657" y="1332479"/>
                  <a:pt x="3621465" y="1325556"/>
                </a:cubicBezTo>
                <a:cubicBezTo>
                  <a:pt x="3585274" y="1318632"/>
                  <a:pt x="3553330" y="1310292"/>
                  <a:pt x="3525636" y="1300536"/>
                </a:cubicBezTo>
                <a:cubicBezTo>
                  <a:pt x="3497942" y="1290780"/>
                  <a:pt x="3474811" y="1280552"/>
                  <a:pt x="3456243" y="1269852"/>
                </a:cubicBezTo>
                <a:cubicBezTo>
                  <a:pt x="3437675" y="1259152"/>
                  <a:pt x="3424300" y="1249711"/>
                  <a:pt x="3416117" y="1241528"/>
                </a:cubicBezTo>
                <a:cubicBezTo>
                  <a:pt x="3407935" y="1233346"/>
                  <a:pt x="3402113" y="1221544"/>
                  <a:pt x="3398651" y="1206124"/>
                </a:cubicBezTo>
                <a:cubicBezTo>
                  <a:pt x="3395189" y="1190703"/>
                  <a:pt x="3393458" y="1168516"/>
                  <a:pt x="3393458" y="1139562"/>
                </a:cubicBezTo>
                <a:cubicBezTo>
                  <a:pt x="3393458" y="1120050"/>
                  <a:pt x="3394088" y="1103686"/>
                  <a:pt x="3395347" y="1090468"/>
                </a:cubicBezTo>
                <a:cubicBezTo>
                  <a:pt x="3396605" y="1077250"/>
                  <a:pt x="3398651" y="1066550"/>
                  <a:pt x="3401483" y="1058367"/>
                </a:cubicBezTo>
                <a:cubicBezTo>
                  <a:pt x="3404316" y="1050185"/>
                  <a:pt x="3408092" y="1044363"/>
                  <a:pt x="3412813" y="1040901"/>
                </a:cubicBezTo>
                <a:cubicBezTo>
                  <a:pt x="3417534" y="1037439"/>
                  <a:pt x="3423041" y="1035708"/>
                  <a:pt x="3429335" y="1035708"/>
                </a:cubicBezTo>
                <a:cubicBezTo>
                  <a:pt x="3438147" y="1035708"/>
                  <a:pt x="3450578" y="1040901"/>
                  <a:pt x="3466628" y="1051286"/>
                </a:cubicBezTo>
                <a:cubicBezTo>
                  <a:pt x="3482678" y="1061672"/>
                  <a:pt x="3503292" y="1073159"/>
                  <a:pt x="3528469" y="1085747"/>
                </a:cubicBezTo>
                <a:cubicBezTo>
                  <a:pt x="3553646" y="1098335"/>
                  <a:pt x="3583700" y="1109822"/>
                  <a:pt x="3618633" y="1120208"/>
                </a:cubicBezTo>
                <a:cubicBezTo>
                  <a:pt x="3653566" y="1130593"/>
                  <a:pt x="3694006" y="1135786"/>
                  <a:pt x="3739953" y="1135786"/>
                </a:cubicBezTo>
                <a:cubicBezTo>
                  <a:pt x="3770166" y="1135786"/>
                  <a:pt x="3797230" y="1132167"/>
                  <a:pt x="3821148" y="1124928"/>
                </a:cubicBezTo>
                <a:cubicBezTo>
                  <a:pt x="3845066" y="1117690"/>
                  <a:pt x="3865365" y="1107462"/>
                  <a:pt x="3882045" y="1094244"/>
                </a:cubicBezTo>
                <a:cubicBezTo>
                  <a:pt x="3898724" y="1081026"/>
                  <a:pt x="3911470" y="1064662"/>
                  <a:pt x="3920282" y="1045150"/>
                </a:cubicBezTo>
                <a:cubicBezTo>
                  <a:pt x="3929094" y="1025638"/>
                  <a:pt x="3933500" y="1003923"/>
                  <a:pt x="3933500" y="980005"/>
                </a:cubicBezTo>
                <a:cubicBezTo>
                  <a:pt x="3933500" y="952310"/>
                  <a:pt x="3925947" y="928550"/>
                  <a:pt x="3910841" y="908723"/>
                </a:cubicBezTo>
                <a:cubicBezTo>
                  <a:pt x="3895735" y="888896"/>
                  <a:pt x="3876065" y="871273"/>
                  <a:pt x="3851833" y="855852"/>
                </a:cubicBezTo>
                <a:cubicBezTo>
                  <a:pt x="3827600" y="840431"/>
                  <a:pt x="3800063" y="825954"/>
                  <a:pt x="3769221" y="812422"/>
                </a:cubicBezTo>
                <a:cubicBezTo>
                  <a:pt x="3738380" y="798890"/>
                  <a:pt x="3706594" y="784570"/>
                  <a:pt x="3673864" y="769464"/>
                </a:cubicBezTo>
                <a:cubicBezTo>
                  <a:pt x="3641134" y="754358"/>
                  <a:pt x="3609349" y="737206"/>
                  <a:pt x="3578507" y="718009"/>
                </a:cubicBezTo>
                <a:cubicBezTo>
                  <a:pt x="3547666" y="698812"/>
                  <a:pt x="3520129" y="675838"/>
                  <a:pt x="3495896" y="649088"/>
                </a:cubicBezTo>
                <a:cubicBezTo>
                  <a:pt x="3471663" y="622338"/>
                  <a:pt x="3451994" y="590709"/>
                  <a:pt x="3436888" y="554203"/>
                </a:cubicBezTo>
                <a:cubicBezTo>
                  <a:pt x="3421782" y="517696"/>
                  <a:pt x="3414229" y="473952"/>
                  <a:pt x="3414229" y="422969"/>
                </a:cubicBezTo>
                <a:cubicBezTo>
                  <a:pt x="3414229" y="364433"/>
                  <a:pt x="3425087" y="312978"/>
                  <a:pt x="3446802" y="268604"/>
                </a:cubicBezTo>
                <a:cubicBezTo>
                  <a:pt x="3468516" y="224230"/>
                  <a:pt x="3497784" y="187409"/>
                  <a:pt x="3534605" y="158141"/>
                </a:cubicBezTo>
                <a:cubicBezTo>
                  <a:pt x="3571426" y="128873"/>
                  <a:pt x="3614856" y="107001"/>
                  <a:pt x="3664895" y="92524"/>
                </a:cubicBezTo>
                <a:cubicBezTo>
                  <a:pt x="3714934" y="78047"/>
                  <a:pt x="3767962" y="70809"/>
                  <a:pt x="3823981" y="70809"/>
                </a:cubicBezTo>
                <a:close/>
                <a:moveTo>
                  <a:pt x="6001717" y="32100"/>
                </a:moveTo>
                <a:cubicBezTo>
                  <a:pt x="6054589" y="32100"/>
                  <a:pt x="6090465" y="41069"/>
                  <a:pt x="6109348" y="59008"/>
                </a:cubicBezTo>
                <a:cubicBezTo>
                  <a:pt x="6128231" y="76946"/>
                  <a:pt x="6137671" y="108889"/>
                  <a:pt x="6137671" y="154836"/>
                </a:cubicBezTo>
                <a:cubicBezTo>
                  <a:pt x="6137671" y="202672"/>
                  <a:pt x="6127915" y="235717"/>
                  <a:pt x="6108404" y="253970"/>
                </a:cubicBezTo>
                <a:cubicBezTo>
                  <a:pt x="6088892" y="272223"/>
                  <a:pt x="6052700" y="281350"/>
                  <a:pt x="5999829" y="281350"/>
                </a:cubicBezTo>
                <a:cubicBezTo>
                  <a:pt x="5946329" y="281350"/>
                  <a:pt x="5910294" y="272538"/>
                  <a:pt x="5891727" y="254914"/>
                </a:cubicBezTo>
                <a:cubicBezTo>
                  <a:pt x="5873159" y="237290"/>
                  <a:pt x="5863875" y="205505"/>
                  <a:pt x="5863875" y="159557"/>
                </a:cubicBezTo>
                <a:cubicBezTo>
                  <a:pt x="5863875" y="111722"/>
                  <a:pt x="5873473" y="78519"/>
                  <a:pt x="5892671" y="59952"/>
                </a:cubicBezTo>
                <a:cubicBezTo>
                  <a:pt x="5911868" y="41384"/>
                  <a:pt x="5948217" y="32100"/>
                  <a:pt x="6001717" y="32100"/>
                </a:cubicBezTo>
                <a:close/>
                <a:moveTo>
                  <a:pt x="3096593" y="32100"/>
                </a:moveTo>
                <a:cubicBezTo>
                  <a:pt x="3149464" y="32100"/>
                  <a:pt x="3185341" y="41069"/>
                  <a:pt x="3204223" y="59008"/>
                </a:cubicBezTo>
                <a:cubicBezTo>
                  <a:pt x="3223106" y="76946"/>
                  <a:pt x="3232547" y="108889"/>
                  <a:pt x="3232547" y="154836"/>
                </a:cubicBezTo>
                <a:cubicBezTo>
                  <a:pt x="3232547" y="202672"/>
                  <a:pt x="3222791" y="235717"/>
                  <a:pt x="3203279" y="253970"/>
                </a:cubicBezTo>
                <a:cubicBezTo>
                  <a:pt x="3183767" y="272223"/>
                  <a:pt x="3147576" y="281350"/>
                  <a:pt x="3094704" y="281350"/>
                </a:cubicBezTo>
                <a:cubicBezTo>
                  <a:pt x="3041204" y="281350"/>
                  <a:pt x="3005169" y="272538"/>
                  <a:pt x="2986602" y="254914"/>
                </a:cubicBezTo>
                <a:cubicBezTo>
                  <a:pt x="2968034" y="237290"/>
                  <a:pt x="2958750" y="205505"/>
                  <a:pt x="2958750" y="159557"/>
                </a:cubicBezTo>
                <a:cubicBezTo>
                  <a:pt x="2958750" y="111722"/>
                  <a:pt x="2968348" y="78519"/>
                  <a:pt x="2987546" y="59952"/>
                </a:cubicBezTo>
                <a:cubicBezTo>
                  <a:pt x="3006743" y="41384"/>
                  <a:pt x="3043092" y="32100"/>
                  <a:pt x="3096593" y="32100"/>
                </a:cubicBezTo>
                <a:close/>
                <a:moveTo>
                  <a:pt x="5524523" y="0"/>
                </a:moveTo>
                <a:cubicBezTo>
                  <a:pt x="5547811" y="0"/>
                  <a:pt x="5567009" y="944"/>
                  <a:pt x="5582115" y="2832"/>
                </a:cubicBezTo>
                <a:cubicBezTo>
                  <a:pt x="5597221" y="4720"/>
                  <a:pt x="5609337" y="7395"/>
                  <a:pt x="5618464" y="10857"/>
                </a:cubicBezTo>
                <a:cubicBezTo>
                  <a:pt x="5627590" y="14319"/>
                  <a:pt x="5634042" y="18567"/>
                  <a:pt x="5637819" y="23603"/>
                </a:cubicBezTo>
                <a:cubicBezTo>
                  <a:pt x="5641595" y="28638"/>
                  <a:pt x="5643483" y="34303"/>
                  <a:pt x="5643483" y="40597"/>
                </a:cubicBezTo>
                <a:lnTo>
                  <a:pt x="5643483" y="1282126"/>
                </a:lnTo>
                <a:cubicBezTo>
                  <a:pt x="5643483" y="1288420"/>
                  <a:pt x="5641595" y="1293927"/>
                  <a:pt x="5637819" y="1298648"/>
                </a:cubicBezTo>
                <a:cubicBezTo>
                  <a:pt x="5634042" y="1303369"/>
                  <a:pt x="5627590" y="1307303"/>
                  <a:pt x="5618464" y="1310450"/>
                </a:cubicBezTo>
                <a:cubicBezTo>
                  <a:pt x="5609337" y="1313597"/>
                  <a:pt x="5597221" y="1315957"/>
                  <a:pt x="5582115" y="1317531"/>
                </a:cubicBezTo>
                <a:cubicBezTo>
                  <a:pt x="5567009" y="1319104"/>
                  <a:pt x="5547811" y="1319891"/>
                  <a:pt x="5524523" y="1319891"/>
                </a:cubicBezTo>
                <a:cubicBezTo>
                  <a:pt x="5501235" y="1319891"/>
                  <a:pt x="5482038" y="1319104"/>
                  <a:pt x="5466932" y="1317531"/>
                </a:cubicBezTo>
                <a:cubicBezTo>
                  <a:pt x="5451825" y="1315957"/>
                  <a:pt x="5439709" y="1313597"/>
                  <a:pt x="5430583" y="1310450"/>
                </a:cubicBezTo>
                <a:cubicBezTo>
                  <a:pt x="5421456" y="1307303"/>
                  <a:pt x="5415004" y="1303369"/>
                  <a:pt x="5411228" y="1298648"/>
                </a:cubicBezTo>
                <a:cubicBezTo>
                  <a:pt x="5407451" y="1293927"/>
                  <a:pt x="5405563" y="1288420"/>
                  <a:pt x="5405563" y="1282126"/>
                </a:cubicBezTo>
                <a:lnTo>
                  <a:pt x="5405563" y="40597"/>
                </a:lnTo>
                <a:cubicBezTo>
                  <a:pt x="5405563" y="34303"/>
                  <a:pt x="5407451" y="28638"/>
                  <a:pt x="5411228" y="23603"/>
                </a:cubicBezTo>
                <a:cubicBezTo>
                  <a:pt x="5415004" y="18567"/>
                  <a:pt x="5421456" y="14319"/>
                  <a:pt x="5430583" y="10857"/>
                </a:cubicBezTo>
                <a:cubicBezTo>
                  <a:pt x="5439709" y="7395"/>
                  <a:pt x="5451825" y="4720"/>
                  <a:pt x="5466932" y="2832"/>
                </a:cubicBezTo>
                <a:cubicBezTo>
                  <a:pt x="5482038" y="944"/>
                  <a:pt x="5501235" y="0"/>
                  <a:pt x="5524523" y="0"/>
                </a:cubicBezTo>
                <a:close/>
              </a:path>
            </a:pathLst>
          </a:cu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158BCC-F9E3-290A-B94D-F799379CD351}"/>
              </a:ext>
            </a:extLst>
          </p:cNvPr>
          <p:cNvSpPr/>
          <p:nvPr/>
        </p:nvSpPr>
        <p:spPr>
          <a:xfrm rot="1439223">
            <a:off x="2458519" y="2392219"/>
            <a:ext cx="7503295" cy="18934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A18E9A4-0C28-AFEB-4454-47E2136B4BE6}"/>
              </a:ext>
            </a:extLst>
          </p:cNvPr>
          <p:cNvSpPr/>
          <p:nvPr/>
        </p:nvSpPr>
        <p:spPr>
          <a:xfrm rot="1523639">
            <a:off x="6086675" y="1026281"/>
            <a:ext cx="2838077" cy="2868073"/>
          </a:xfrm>
          <a:custGeom>
            <a:avLst/>
            <a:gdLst>
              <a:gd name="connsiteX0" fmla="*/ 0 w 2792235"/>
              <a:gd name="connsiteY0" fmla="*/ 83406 h 2842696"/>
              <a:gd name="connsiteX1" fmla="*/ 279743 w 2792235"/>
              <a:gd name="connsiteY1" fmla="*/ 29160 h 2842696"/>
              <a:gd name="connsiteX2" fmla="*/ 2644510 w 2792235"/>
              <a:gd name="connsiteY2" fmla="*/ 743276 h 2842696"/>
              <a:gd name="connsiteX3" fmla="*/ 2792235 w 2792235"/>
              <a:gd name="connsiteY3" fmla="*/ 888460 h 2842696"/>
              <a:gd name="connsiteX4" fmla="*/ 2792235 w 2792235"/>
              <a:gd name="connsiteY4" fmla="*/ 2842696 h 2842696"/>
              <a:gd name="connsiteX5" fmla="*/ 0 w 2792235"/>
              <a:gd name="connsiteY5" fmla="*/ 2842696 h 2842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92235" h="2842696">
                <a:moveTo>
                  <a:pt x="0" y="83406"/>
                </a:moveTo>
                <a:lnTo>
                  <a:pt x="279743" y="29160"/>
                </a:lnTo>
                <a:cubicBezTo>
                  <a:pt x="1136566" y="-93037"/>
                  <a:pt x="2004355" y="173332"/>
                  <a:pt x="2644510" y="743276"/>
                </a:cubicBezTo>
                <a:lnTo>
                  <a:pt x="2792235" y="888460"/>
                </a:lnTo>
                <a:lnTo>
                  <a:pt x="2792235" y="2842696"/>
                </a:lnTo>
                <a:lnTo>
                  <a:pt x="0" y="2842696"/>
                </a:lnTo>
                <a:close/>
              </a:path>
            </a:pathLst>
          </a:custGeom>
          <a:solidFill>
            <a:srgbClr val="4285F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7C582B3-31FC-5D71-6F8F-F47E59CD73A4}"/>
              </a:ext>
            </a:extLst>
          </p:cNvPr>
          <p:cNvSpPr/>
          <p:nvPr/>
        </p:nvSpPr>
        <p:spPr>
          <a:xfrm rot="1581086">
            <a:off x="3699709" y="3508217"/>
            <a:ext cx="2623377" cy="2433049"/>
          </a:xfrm>
          <a:custGeom>
            <a:avLst/>
            <a:gdLst>
              <a:gd name="connsiteX0" fmla="*/ 0 w 2623377"/>
              <a:gd name="connsiteY0" fmla="*/ 0 h 2502208"/>
              <a:gd name="connsiteX1" fmla="*/ 2623377 w 2623377"/>
              <a:gd name="connsiteY1" fmla="*/ 0 h 2502208"/>
              <a:gd name="connsiteX2" fmla="*/ 2623377 w 2623377"/>
              <a:gd name="connsiteY2" fmla="*/ 2410428 h 2502208"/>
              <a:gd name="connsiteX3" fmla="*/ 2361467 w 2623377"/>
              <a:gd name="connsiteY3" fmla="*/ 2465772 h 2502208"/>
              <a:gd name="connsiteX4" fmla="*/ 209540 w 2623377"/>
              <a:gd name="connsiteY4" fmla="*/ 1966166 h 2502208"/>
              <a:gd name="connsiteX5" fmla="*/ 0 w 2623377"/>
              <a:gd name="connsiteY5" fmla="*/ 1802883 h 250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23377" h="2502208">
                <a:moveTo>
                  <a:pt x="0" y="0"/>
                </a:moveTo>
                <a:lnTo>
                  <a:pt x="2623377" y="0"/>
                </a:lnTo>
                <a:lnTo>
                  <a:pt x="2623377" y="2410428"/>
                </a:lnTo>
                <a:lnTo>
                  <a:pt x="2361467" y="2465772"/>
                </a:lnTo>
                <a:cubicBezTo>
                  <a:pt x="1601768" y="2587103"/>
                  <a:pt x="828276" y="2401607"/>
                  <a:pt x="209540" y="1966166"/>
                </a:cubicBezTo>
                <a:lnTo>
                  <a:pt x="0" y="1802883"/>
                </a:lnTo>
                <a:close/>
              </a:path>
            </a:pathLst>
          </a:custGeom>
          <a:solidFill>
            <a:srgbClr val="0F9D58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EA581CD-5EB0-D92D-B21E-5DA9E8D60EF9}"/>
              </a:ext>
            </a:extLst>
          </p:cNvPr>
          <p:cNvSpPr/>
          <p:nvPr/>
        </p:nvSpPr>
        <p:spPr>
          <a:xfrm rot="6995548">
            <a:off x="5824122" y="4307403"/>
            <a:ext cx="3128578" cy="2136808"/>
          </a:xfrm>
          <a:custGeom>
            <a:avLst/>
            <a:gdLst>
              <a:gd name="connsiteX0" fmla="*/ 0 w 3128578"/>
              <a:gd name="connsiteY0" fmla="*/ 1751677 h 2136808"/>
              <a:gd name="connsiteX1" fmla="*/ 0 w 3128578"/>
              <a:gd name="connsiteY1" fmla="*/ 1414508 h 2136808"/>
              <a:gd name="connsiteX2" fmla="*/ 48829 w 3128578"/>
              <a:gd name="connsiteY2" fmla="*/ 1426853 h 2136808"/>
              <a:gd name="connsiteX3" fmla="*/ 105226 w 3128578"/>
              <a:gd name="connsiteY3" fmla="*/ 1486782 h 2136808"/>
              <a:gd name="connsiteX4" fmla="*/ 116673 w 3128578"/>
              <a:gd name="connsiteY4" fmla="*/ 1586633 h 2136808"/>
              <a:gd name="connsiteX5" fmla="*/ 71979 w 3128578"/>
              <a:gd name="connsiteY5" fmla="*/ 1715645 h 2136808"/>
              <a:gd name="connsiteX6" fmla="*/ 0 w 3128578"/>
              <a:gd name="connsiteY6" fmla="*/ 2136808 h 2136808"/>
              <a:gd name="connsiteX7" fmla="*/ 0 w 3128578"/>
              <a:gd name="connsiteY7" fmla="*/ 2017745 h 2136808"/>
              <a:gd name="connsiteX8" fmla="*/ 728090 w 3128578"/>
              <a:gd name="connsiteY8" fmla="*/ 1653264 h 2136808"/>
              <a:gd name="connsiteX9" fmla="*/ 740751 w 3128578"/>
              <a:gd name="connsiteY9" fmla="*/ 1640591 h 2136808"/>
              <a:gd name="connsiteX10" fmla="*/ 743484 w 3128578"/>
              <a:gd name="connsiteY10" fmla="*/ 1617578 h 2136808"/>
              <a:gd name="connsiteX11" fmla="*/ 734388 w 3128578"/>
              <a:gd name="connsiteY11" fmla="*/ 1581482 h 2136808"/>
              <a:gd name="connsiteX12" fmla="*/ 711141 w 3128578"/>
              <a:gd name="connsiteY12" fmla="*/ 1528714 h 2136808"/>
              <a:gd name="connsiteX13" fmla="*/ 682827 w 3128578"/>
              <a:gd name="connsiteY13" fmla="*/ 1478483 h 2136808"/>
              <a:gd name="connsiteX14" fmla="*/ 659380 w 3128578"/>
              <a:gd name="connsiteY14" fmla="*/ 1449572 h 2136808"/>
              <a:gd name="connsiteX15" fmla="*/ 639319 w 3128578"/>
              <a:gd name="connsiteY15" fmla="*/ 1437970 h 2136808"/>
              <a:gd name="connsiteX16" fmla="*/ 621586 w 3128578"/>
              <a:gd name="connsiteY16" fmla="*/ 1440512 h 2136808"/>
              <a:gd name="connsiteX17" fmla="*/ 267000 w 3128578"/>
              <a:gd name="connsiteY17" fmla="*/ 1618017 h 2136808"/>
              <a:gd name="connsiteX18" fmla="*/ 286387 w 3128578"/>
              <a:gd name="connsiteY18" fmla="*/ 1542851 h 2136808"/>
              <a:gd name="connsiteX19" fmla="*/ 293322 w 3128578"/>
              <a:gd name="connsiteY19" fmla="*/ 1475503 h 2136808"/>
              <a:gd name="connsiteX20" fmla="*/ 286114 w 3128578"/>
              <a:gd name="connsiteY20" fmla="*/ 1412595 h 2136808"/>
              <a:gd name="connsiteX21" fmla="*/ 262227 w 3128578"/>
              <a:gd name="connsiteY21" fmla="*/ 1349061 h 2136808"/>
              <a:gd name="connsiteX22" fmla="*/ 161256 w 3128578"/>
              <a:gd name="connsiteY22" fmla="*/ 1223285 h 2136808"/>
              <a:gd name="connsiteX23" fmla="*/ 22736 w 3128578"/>
              <a:gd name="connsiteY23" fmla="*/ 1163818 h 2136808"/>
              <a:gd name="connsiteX24" fmla="*/ 1 w 3128578"/>
              <a:gd name="connsiteY24" fmla="*/ 1162388 h 2136808"/>
              <a:gd name="connsiteX25" fmla="*/ 1 w 3128578"/>
              <a:gd name="connsiteY25" fmla="*/ 21372 h 2136808"/>
              <a:gd name="connsiteX26" fmla="*/ 131831 w 3128578"/>
              <a:gd name="connsiteY26" fmla="*/ 6084 h 2136808"/>
              <a:gd name="connsiteX27" fmla="*/ 2942995 w 3128578"/>
              <a:gd name="connsiteY27" fmla="*/ 1651917 h 2136808"/>
              <a:gd name="connsiteX28" fmla="*/ 3063675 w 3128578"/>
              <a:gd name="connsiteY28" fmla="*/ 1932149 h 2136808"/>
              <a:gd name="connsiteX29" fmla="*/ 3128578 w 3128578"/>
              <a:gd name="connsiteY29" fmla="*/ 2136808 h 2136808"/>
              <a:gd name="connsiteX30" fmla="*/ 591793 w 3128578"/>
              <a:gd name="connsiteY30" fmla="*/ 2136808 h 2136808"/>
              <a:gd name="connsiteX31" fmla="*/ 528384 w 3128578"/>
              <a:gd name="connsiteY31" fmla="*/ 2099030 h 2136808"/>
              <a:gd name="connsiteX32" fmla="*/ 376366 w 3128578"/>
              <a:gd name="connsiteY32" fmla="*/ 2066380 h 2136808"/>
              <a:gd name="connsiteX33" fmla="*/ 209185 w 3128578"/>
              <a:gd name="connsiteY33" fmla="*/ 2109950 h 2136808"/>
              <a:gd name="connsiteX34" fmla="*/ 165010 w 3128578"/>
              <a:gd name="connsiteY34" fmla="*/ 2136808 h 213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128578" h="2136808">
                <a:moveTo>
                  <a:pt x="0" y="1751677"/>
                </a:moveTo>
                <a:lnTo>
                  <a:pt x="0" y="1414508"/>
                </a:lnTo>
                <a:lnTo>
                  <a:pt x="48829" y="1426853"/>
                </a:lnTo>
                <a:cubicBezTo>
                  <a:pt x="72621" y="1439227"/>
                  <a:pt x="91420" y="1459203"/>
                  <a:pt x="105226" y="1486782"/>
                </a:cubicBezTo>
                <a:cubicBezTo>
                  <a:pt x="119877" y="1516050"/>
                  <a:pt x="123692" y="1549333"/>
                  <a:pt x="116673" y="1586633"/>
                </a:cubicBezTo>
                <a:cubicBezTo>
                  <a:pt x="109654" y="1623934"/>
                  <a:pt x="94756" y="1666937"/>
                  <a:pt x="71979" y="1715645"/>
                </a:cubicBezTo>
                <a:close/>
                <a:moveTo>
                  <a:pt x="0" y="2136808"/>
                </a:moveTo>
                <a:lnTo>
                  <a:pt x="0" y="2017745"/>
                </a:lnTo>
                <a:lnTo>
                  <a:pt x="728090" y="1653264"/>
                </a:lnTo>
                <a:cubicBezTo>
                  <a:pt x="733718" y="1650447"/>
                  <a:pt x="737938" y="1646222"/>
                  <a:pt x="740751" y="1640591"/>
                </a:cubicBezTo>
                <a:cubicBezTo>
                  <a:pt x="743563" y="1634959"/>
                  <a:pt x="744473" y="1627289"/>
                  <a:pt x="743484" y="1617578"/>
                </a:cubicBezTo>
                <a:cubicBezTo>
                  <a:pt x="742494" y="1607867"/>
                  <a:pt x="739462" y="1595835"/>
                  <a:pt x="734388" y="1581482"/>
                </a:cubicBezTo>
                <a:cubicBezTo>
                  <a:pt x="729315" y="1567128"/>
                  <a:pt x="721566" y="1549540"/>
                  <a:pt x="711141" y="1528714"/>
                </a:cubicBezTo>
                <a:cubicBezTo>
                  <a:pt x="700716" y="1507890"/>
                  <a:pt x="691279" y="1491146"/>
                  <a:pt x="682827" y="1478483"/>
                </a:cubicBezTo>
                <a:cubicBezTo>
                  <a:pt x="674377" y="1465820"/>
                  <a:pt x="666561" y="1456183"/>
                  <a:pt x="659380" y="1449572"/>
                </a:cubicBezTo>
                <a:cubicBezTo>
                  <a:pt x="652199" y="1442961"/>
                  <a:pt x="645512" y="1439093"/>
                  <a:pt x="639319" y="1437970"/>
                </a:cubicBezTo>
                <a:cubicBezTo>
                  <a:pt x="633125" y="1436847"/>
                  <a:pt x="627215" y="1437695"/>
                  <a:pt x="621586" y="1440512"/>
                </a:cubicBezTo>
                <a:lnTo>
                  <a:pt x="267000" y="1618017"/>
                </a:lnTo>
                <a:cubicBezTo>
                  <a:pt x="275432" y="1591272"/>
                  <a:pt x="281895" y="1566217"/>
                  <a:pt x="286387" y="1542851"/>
                </a:cubicBezTo>
                <a:cubicBezTo>
                  <a:pt x="290880" y="1519486"/>
                  <a:pt x="293191" y="1497037"/>
                  <a:pt x="293322" y="1475503"/>
                </a:cubicBezTo>
                <a:cubicBezTo>
                  <a:pt x="293452" y="1453969"/>
                  <a:pt x="291050" y="1433000"/>
                  <a:pt x="286114" y="1412595"/>
                </a:cubicBezTo>
                <a:cubicBezTo>
                  <a:pt x="281178" y="1392189"/>
                  <a:pt x="273216" y="1371012"/>
                  <a:pt x="262227" y="1349061"/>
                </a:cubicBezTo>
                <a:cubicBezTo>
                  <a:pt x="235743" y="1296154"/>
                  <a:pt x="202086" y="1254230"/>
                  <a:pt x="161256" y="1223285"/>
                </a:cubicBezTo>
                <a:cubicBezTo>
                  <a:pt x="120425" y="1192342"/>
                  <a:pt x="74252" y="1172519"/>
                  <a:pt x="22736" y="1163818"/>
                </a:cubicBezTo>
                <a:lnTo>
                  <a:pt x="1" y="1162388"/>
                </a:lnTo>
                <a:lnTo>
                  <a:pt x="1" y="21372"/>
                </a:lnTo>
                <a:lnTo>
                  <a:pt x="131831" y="6084"/>
                </a:lnTo>
                <a:cubicBezTo>
                  <a:pt x="1272305" y="-68403"/>
                  <a:pt x="2399245" y="544630"/>
                  <a:pt x="2942995" y="1651917"/>
                </a:cubicBezTo>
                <a:cubicBezTo>
                  <a:pt x="2988308" y="1744191"/>
                  <a:pt x="3028498" y="1837713"/>
                  <a:pt x="3063675" y="1932149"/>
                </a:cubicBezTo>
                <a:lnTo>
                  <a:pt x="3128578" y="2136808"/>
                </a:lnTo>
                <a:lnTo>
                  <a:pt x="591793" y="2136808"/>
                </a:lnTo>
                <a:lnTo>
                  <a:pt x="528384" y="2099030"/>
                </a:lnTo>
                <a:cubicBezTo>
                  <a:pt x="481084" y="2076956"/>
                  <a:pt x="430412" y="2066073"/>
                  <a:pt x="376366" y="2066380"/>
                </a:cubicBezTo>
                <a:cubicBezTo>
                  <a:pt x="322321" y="2066688"/>
                  <a:pt x="266594" y="2081211"/>
                  <a:pt x="209185" y="2109950"/>
                </a:cubicBezTo>
                <a:lnTo>
                  <a:pt x="165010" y="2136808"/>
                </a:lnTo>
                <a:close/>
              </a:path>
            </a:pathLst>
          </a:custGeom>
          <a:solidFill>
            <a:srgbClr val="DB4437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47C004-AA3E-3D19-1CFA-BE03955DB4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40165" r="16435" b="35674"/>
          <a:stretch>
            <a:fillRect/>
          </a:stretch>
        </p:blipFill>
        <p:spPr>
          <a:xfrm>
            <a:off x="2867782" y="2754528"/>
            <a:ext cx="6856563" cy="1656945"/>
          </a:xfrm>
          <a:custGeom>
            <a:avLst/>
            <a:gdLst/>
            <a:ahLst/>
            <a:cxnLst/>
            <a:rect l="l" t="t" r="r" b="b"/>
            <a:pathLst>
              <a:path w="6856563" h="1656945">
                <a:moveTo>
                  <a:pt x="4802581" y="589136"/>
                </a:moveTo>
                <a:cubicBezTo>
                  <a:pt x="4786846" y="589136"/>
                  <a:pt x="4771268" y="591496"/>
                  <a:pt x="4755847" y="596217"/>
                </a:cubicBezTo>
                <a:cubicBezTo>
                  <a:pt x="4740426" y="600937"/>
                  <a:pt x="4724691" y="608648"/>
                  <a:pt x="4708641" y="619348"/>
                </a:cubicBezTo>
                <a:cubicBezTo>
                  <a:pt x="4692590" y="630048"/>
                  <a:pt x="4676068" y="643895"/>
                  <a:pt x="4659074" y="660889"/>
                </a:cubicBezTo>
                <a:cubicBezTo>
                  <a:pt x="4642080" y="677884"/>
                  <a:pt x="4624141" y="698969"/>
                  <a:pt x="4605259" y="724146"/>
                </a:cubicBezTo>
                <a:lnTo>
                  <a:pt x="4605259" y="1001720"/>
                </a:lnTo>
                <a:cubicBezTo>
                  <a:pt x="4638618" y="1043891"/>
                  <a:pt x="4670403" y="1076463"/>
                  <a:pt x="4700616" y="1099437"/>
                </a:cubicBezTo>
                <a:cubicBezTo>
                  <a:pt x="4730828" y="1122411"/>
                  <a:pt x="4762298" y="1133898"/>
                  <a:pt x="4795028" y="1133898"/>
                </a:cubicBezTo>
                <a:cubicBezTo>
                  <a:pt x="4825870" y="1133898"/>
                  <a:pt x="4852148" y="1126030"/>
                  <a:pt x="4873863" y="1110294"/>
                </a:cubicBezTo>
                <a:cubicBezTo>
                  <a:pt x="4895578" y="1094559"/>
                  <a:pt x="4913359" y="1073946"/>
                  <a:pt x="4927206" y="1048454"/>
                </a:cubicBezTo>
                <a:cubicBezTo>
                  <a:pt x="4941053" y="1022963"/>
                  <a:pt x="4951282" y="994167"/>
                  <a:pt x="4957891" y="962066"/>
                </a:cubicBezTo>
                <a:cubicBezTo>
                  <a:pt x="4964499" y="929966"/>
                  <a:pt x="4967804" y="897866"/>
                  <a:pt x="4967804" y="865765"/>
                </a:cubicBezTo>
                <a:cubicBezTo>
                  <a:pt x="4967804" y="829888"/>
                  <a:pt x="4965129" y="795428"/>
                  <a:pt x="4959779" y="762383"/>
                </a:cubicBezTo>
                <a:cubicBezTo>
                  <a:pt x="4954429" y="729339"/>
                  <a:pt x="4945302" y="699913"/>
                  <a:pt x="4932399" y="674107"/>
                </a:cubicBezTo>
                <a:cubicBezTo>
                  <a:pt x="4919496" y="648301"/>
                  <a:pt x="4902501" y="627687"/>
                  <a:pt x="4881416" y="612267"/>
                </a:cubicBezTo>
                <a:cubicBezTo>
                  <a:pt x="4860330" y="596846"/>
                  <a:pt x="4834052" y="589136"/>
                  <a:pt x="4802581" y="589136"/>
                </a:cubicBezTo>
                <a:close/>
                <a:moveTo>
                  <a:pt x="1267504" y="587247"/>
                </a:moveTo>
                <a:cubicBezTo>
                  <a:pt x="1236663" y="587247"/>
                  <a:pt x="1210070" y="594958"/>
                  <a:pt x="1187726" y="610378"/>
                </a:cubicBezTo>
                <a:cubicBezTo>
                  <a:pt x="1165381" y="625799"/>
                  <a:pt x="1147443" y="646413"/>
                  <a:pt x="1133910" y="672219"/>
                </a:cubicBezTo>
                <a:cubicBezTo>
                  <a:pt x="1120378" y="698025"/>
                  <a:pt x="1110307" y="726821"/>
                  <a:pt x="1103698" y="758607"/>
                </a:cubicBezTo>
                <a:cubicBezTo>
                  <a:pt x="1097089" y="790392"/>
                  <a:pt x="1093785" y="822965"/>
                  <a:pt x="1093785" y="856324"/>
                </a:cubicBezTo>
                <a:cubicBezTo>
                  <a:pt x="1093785" y="891571"/>
                  <a:pt x="1096617" y="926032"/>
                  <a:pt x="1102282" y="959706"/>
                </a:cubicBezTo>
                <a:cubicBezTo>
                  <a:pt x="1107947" y="993380"/>
                  <a:pt x="1117231" y="1023120"/>
                  <a:pt x="1130134" y="1048926"/>
                </a:cubicBezTo>
                <a:cubicBezTo>
                  <a:pt x="1143037" y="1074732"/>
                  <a:pt x="1160189" y="1095503"/>
                  <a:pt x="1181589" y="1111239"/>
                </a:cubicBezTo>
                <a:cubicBezTo>
                  <a:pt x="1202989" y="1126974"/>
                  <a:pt x="1230054" y="1134842"/>
                  <a:pt x="1262784" y="1134842"/>
                </a:cubicBezTo>
                <a:cubicBezTo>
                  <a:pt x="1279149" y="1134842"/>
                  <a:pt x="1295042" y="1132481"/>
                  <a:pt x="1310462" y="1127761"/>
                </a:cubicBezTo>
                <a:cubicBezTo>
                  <a:pt x="1325883" y="1123040"/>
                  <a:pt x="1341619" y="1115330"/>
                  <a:pt x="1357669" y="1104630"/>
                </a:cubicBezTo>
                <a:cubicBezTo>
                  <a:pt x="1373719" y="1093929"/>
                  <a:pt x="1390241" y="1079925"/>
                  <a:pt x="1407236" y="1062616"/>
                </a:cubicBezTo>
                <a:cubicBezTo>
                  <a:pt x="1424230" y="1045307"/>
                  <a:pt x="1442798" y="1024064"/>
                  <a:pt x="1462939" y="998887"/>
                </a:cubicBezTo>
                <a:lnTo>
                  <a:pt x="1462939" y="719425"/>
                </a:lnTo>
                <a:cubicBezTo>
                  <a:pt x="1428950" y="676625"/>
                  <a:pt x="1396378" y="643895"/>
                  <a:pt x="1365222" y="621236"/>
                </a:cubicBezTo>
                <a:cubicBezTo>
                  <a:pt x="1334066" y="598577"/>
                  <a:pt x="1301493" y="587247"/>
                  <a:pt x="1267504" y="587247"/>
                </a:cubicBezTo>
                <a:close/>
                <a:moveTo>
                  <a:pt x="6000773" y="402198"/>
                </a:moveTo>
                <a:cubicBezTo>
                  <a:pt x="6024061" y="402198"/>
                  <a:pt x="6043259" y="403142"/>
                  <a:pt x="6058365" y="405031"/>
                </a:cubicBezTo>
                <a:cubicBezTo>
                  <a:pt x="6073471" y="406919"/>
                  <a:pt x="6085587" y="409594"/>
                  <a:pt x="6094714" y="413056"/>
                </a:cubicBezTo>
                <a:cubicBezTo>
                  <a:pt x="6103840" y="416517"/>
                  <a:pt x="6110292" y="420609"/>
                  <a:pt x="6114069" y="425329"/>
                </a:cubicBezTo>
                <a:cubicBezTo>
                  <a:pt x="6117845" y="430050"/>
                  <a:pt x="6119733" y="435557"/>
                  <a:pt x="6119733" y="441852"/>
                </a:cubicBezTo>
                <a:lnTo>
                  <a:pt x="6119733" y="1282126"/>
                </a:lnTo>
                <a:cubicBezTo>
                  <a:pt x="6119733" y="1288420"/>
                  <a:pt x="6117845" y="1293927"/>
                  <a:pt x="6114069" y="1298648"/>
                </a:cubicBezTo>
                <a:cubicBezTo>
                  <a:pt x="6110292" y="1303369"/>
                  <a:pt x="6103840" y="1307303"/>
                  <a:pt x="6094714" y="1310450"/>
                </a:cubicBezTo>
                <a:cubicBezTo>
                  <a:pt x="6085587" y="1313597"/>
                  <a:pt x="6073471" y="1315957"/>
                  <a:pt x="6058365" y="1317531"/>
                </a:cubicBezTo>
                <a:cubicBezTo>
                  <a:pt x="6043259" y="1319104"/>
                  <a:pt x="6024061" y="1319891"/>
                  <a:pt x="6000773" y="1319891"/>
                </a:cubicBezTo>
                <a:cubicBezTo>
                  <a:pt x="5977485" y="1319891"/>
                  <a:pt x="5958287" y="1319104"/>
                  <a:pt x="5943181" y="1317531"/>
                </a:cubicBezTo>
                <a:cubicBezTo>
                  <a:pt x="5928075" y="1315957"/>
                  <a:pt x="5915959" y="1313597"/>
                  <a:pt x="5906833" y="1310450"/>
                </a:cubicBezTo>
                <a:cubicBezTo>
                  <a:pt x="5897706" y="1307303"/>
                  <a:pt x="5891254" y="1303369"/>
                  <a:pt x="5887477" y="1298648"/>
                </a:cubicBezTo>
                <a:cubicBezTo>
                  <a:pt x="5883701" y="1293927"/>
                  <a:pt x="5881813" y="1288420"/>
                  <a:pt x="5881813" y="1282126"/>
                </a:cubicBezTo>
                <a:lnTo>
                  <a:pt x="5881813" y="441852"/>
                </a:lnTo>
                <a:cubicBezTo>
                  <a:pt x="5881813" y="435557"/>
                  <a:pt x="5883701" y="430050"/>
                  <a:pt x="5887477" y="425329"/>
                </a:cubicBezTo>
                <a:cubicBezTo>
                  <a:pt x="5891254" y="420609"/>
                  <a:pt x="5897706" y="416517"/>
                  <a:pt x="5906833" y="413056"/>
                </a:cubicBezTo>
                <a:cubicBezTo>
                  <a:pt x="5915959" y="409594"/>
                  <a:pt x="5928075" y="406919"/>
                  <a:pt x="5943181" y="405031"/>
                </a:cubicBezTo>
                <a:cubicBezTo>
                  <a:pt x="5958287" y="403142"/>
                  <a:pt x="5977485" y="402198"/>
                  <a:pt x="6000773" y="402198"/>
                </a:cubicBezTo>
                <a:close/>
                <a:moveTo>
                  <a:pt x="3095649" y="402198"/>
                </a:moveTo>
                <a:cubicBezTo>
                  <a:pt x="3118937" y="402198"/>
                  <a:pt x="3138134" y="403142"/>
                  <a:pt x="3153240" y="405031"/>
                </a:cubicBezTo>
                <a:cubicBezTo>
                  <a:pt x="3168346" y="406919"/>
                  <a:pt x="3180463" y="409594"/>
                  <a:pt x="3189589" y="413056"/>
                </a:cubicBezTo>
                <a:cubicBezTo>
                  <a:pt x="3198716" y="416517"/>
                  <a:pt x="3205167" y="420609"/>
                  <a:pt x="3208944" y="425329"/>
                </a:cubicBezTo>
                <a:cubicBezTo>
                  <a:pt x="3212720" y="430050"/>
                  <a:pt x="3214609" y="435557"/>
                  <a:pt x="3214609" y="441852"/>
                </a:cubicBezTo>
                <a:lnTo>
                  <a:pt x="3214609" y="1282126"/>
                </a:lnTo>
                <a:cubicBezTo>
                  <a:pt x="3214609" y="1288420"/>
                  <a:pt x="3212720" y="1293927"/>
                  <a:pt x="3208944" y="1298648"/>
                </a:cubicBezTo>
                <a:cubicBezTo>
                  <a:pt x="3205167" y="1303369"/>
                  <a:pt x="3198716" y="1307303"/>
                  <a:pt x="3189589" y="1310450"/>
                </a:cubicBezTo>
                <a:cubicBezTo>
                  <a:pt x="3180463" y="1313597"/>
                  <a:pt x="3168346" y="1315957"/>
                  <a:pt x="3153240" y="1317531"/>
                </a:cubicBezTo>
                <a:cubicBezTo>
                  <a:pt x="3138134" y="1319104"/>
                  <a:pt x="3118937" y="1319891"/>
                  <a:pt x="3095649" y="1319891"/>
                </a:cubicBezTo>
                <a:cubicBezTo>
                  <a:pt x="3072360" y="1319891"/>
                  <a:pt x="3053163" y="1319104"/>
                  <a:pt x="3038057" y="1317531"/>
                </a:cubicBezTo>
                <a:cubicBezTo>
                  <a:pt x="3022951" y="1315957"/>
                  <a:pt x="3010834" y="1313597"/>
                  <a:pt x="3001708" y="1310450"/>
                </a:cubicBezTo>
                <a:cubicBezTo>
                  <a:pt x="2992581" y="1307303"/>
                  <a:pt x="2986130" y="1303369"/>
                  <a:pt x="2982353" y="1298648"/>
                </a:cubicBezTo>
                <a:cubicBezTo>
                  <a:pt x="2978577" y="1293927"/>
                  <a:pt x="2976688" y="1288420"/>
                  <a:pt x="2976688" y="1282126"/>
                </a:cubicBezTo>
                <a:lnTo>
                  <a:pt x="2976688" y="441852"/>
                </a:lnTo>
                <a:cubicBezTo>
                  <a:pt x="2976688" y="435557"/>
                  <a:pt x="2978577" y="430050"/>
                  <a:pt x="2982353" y="425329"/>
                </a:cubicBezTo>
                <a:cubicBezTo>
                  <a:pt x="2986130" y="420609"/>
                  <a:pt x="2992581" y="416517"/>
                  <a:pt x="3001708" y="413056"/>
                </a:cubicBezTo>
                <a:cubicBezTo>
                  <a:pt x="3010834" y="409594"/>
                  <a:pt x="3022951" y="406919"/>
                  <a:pt x="3038057" y="405031"/>
                </a:cubicBezTo>
                <a:cubicBezTo>
                  <a:pt x="3053163" y="403142"/>
                  <a:pt x="3072360" y="402198"/>
                  <a:pt x="3095649" y="402198"/>
                </a:cubicBezTo>
                <a:close/>
                <a:moveTo>
                  <a:pt x="2051759" y="402198"/>
                </a:moveTo>
                <a:cubicBezTo>
                  <a:pt x="2075047" y="402198"/>
                  <a:pt x="2094245" y="402985"/>
                  <a:pt x="2109351" y="404558"/>
                </a:cubicBezTo>
                <a:cubicBezTo>
                  <a:pt x="2124457" y="406132"/>
                  <a:pt x="2136573" y="408492"/>
                  <a:pt x="2145699" y="411639"/>
                </a:cubicBezTo>
                <a:cubicBezTo>
                  <a:pt x="2154826" y="414786"/>
                  <a:pt x="2161278" y="418720"/>
                  <a:pt x="2165054" y="423441"/>
                </a:cubicBezTo>
                <a:cubicBezTo>
                  <a:pt x="2168831" y="428162"/>
                  <a:pt x="2170719" y="433669"/>
                  <a:pt x="2170719" y="439963"/>
                </a:cubicBezTo>
                <a:lnTo>
                  <a:pt x="2170719" y="915804"/>
                </a:lnTo>
                <a:cubicBezTo>
                  <a:pt x="2170719" y="959863"/>
                  <a:pt x="2173551" y="993537"/>
                  <a:pt x="2179216" y="1016826"/>
                </a:cubicBezTo>
                <a:cubicBezTo>
                  <a:pt x="2184881" y="1040114"/>
                  <a:pt x="2193535" y="1060098"/>
                  <a:pt x="2205180" y="1076778"/>
                </a:cubicBezTo>
                <a:cubicBezTo>
                  <a:pt x="2216824" y="1093458"/>
                  <a:pt x="2231615" y="1106361"/>
                  <a:pt x="2249554" y="1115487"/>
                </a:cubicBezTo>
                <a:cubicBezTo>
                  <a:pt x="2267492" y="1124614"/>
                  <a:pt x="2288420" y="1129177"/>
                  <a:pt x="2312338" y="1129177"/>
                </a:cubicBezTo>
                <a:cubicBezTo>
                  <a:pt x="2342550" y="1129177"/>
                  <a:pt x="2372920" y="1118162"/>
                  <a:pt x="2403447" y="1096133"/>
                </a:cubicBezTo>
                <a:cubicBezTo>
                  <a:pt x="2433974" y="1074103"/>
                  <a:pt x="2466546" y="1042002"/>
                  <a:pt x="2501164" y="999831"/>
                </a:cubicBezTo>
                <a:lnTo>
                  <a:pt x="2501164" y="439963"/>
                </a:lnTo>
                <a:cubicBezTo>
                  <a:pt x="2501164" y="433669"/>
                  <a:pt x="2502895" y="428162"/>
                  <a:pt x="2506357" y="423441"/>
                </a:cubicBezTo>
                <a:cubicBezTo>
                  <a:pt x="2509818" y="418720"/>
                  <a:pt x="2516113" y="414786"/>
                  <a:pt x="2525239" y="411639"/>
                </a:cubicBezTo>
                <a:cubicBezTo>
                  <a:pt x="2534366" y="408492"/>
                  <a:pt x="2546482" y="406132"/>
                  <a:pt x="2561588" y="404558"/>
                </a:cubicBezTo>
                <a:cubicBezTo>
                  <a:pt x="2576694" y="402985"/>
                  <a:pt x="2595892" y="402198"/>
                  <a:pt x="2619180" y="402198"/>
                </a:cubicBezTo>
                <a:cubicBezTo>
                  <a:pt x="2642468" y="402198"/>
                  <a:pt x="2661666" y="402985"/>
                  <a:pt x="2676772" y="404558"/>
                </a:cubicBezTo>
                <a:cubicBezTo>
                  <a:pt x="2691878" y="406132"/>
                  <a:pt x="2703837" y="408492"/>
                  <a:pt x="2712649" y="411639"/>
                </a:cubicBezTo>
                <a:cubicBezTo>
                  <a:pt x="2721461" y="414786"/>
                  <a:pt x="2727755" y="418720"/>
                  <a:pt x="2731531" y="423441"/>
                </a:cubicBezTo>
                <a:cubicBezTo>
                  <a:pt x="2735308" y="428162"/>
                  <a:pt x="2737196" y="433669"/>
                  <a:pt x="2737196" y="439963"/>
                </a:cubicBezTo>
                <a:lnTo>
                  <a:pt x="2737196" y="1282126"/>
                </a:lnTo>
                <a:cubicBezTo>
                  <a:pt x="2737196" y="1288420"/>
                  <a:pt x="2735623" y="1293927"/>
                  <a:pt x="2732475" y="1298648"/>
                </a:cubicBezTo>
                <a:cubicBezTo>
                  <a:pt x="2729328" y="1303369"/>
                  <a:pt x="2723821" y="1307303"/>
                  <a:pt x="2715953" y="1310450"/>
                </a:cubicBezTo>
                <a:cubicBezTo>
                  <a:pt x="2708085" y="1313597"/>
                  <a:pt x="2697700" y="1315957"/>
                  <a:pt x="2684797" y="1317531"/>
                </a:cubicBezTo>
                <a:cubicBezTo>
                  <a:pt x="2671894" y="1319104"/>
                  <a:pt x="2655686" y="1319891"/>
                  <a:pt x="2636174" y="1319891"/>
                </a:cubicBezTo>
                <a:cubicBezTo>
                  <a:pt x="2615403" y="1319891"/>
                  <a:pt x="2598566" y="1319104"/>
                  <a:pt x="2585663" y="1317531"/>
                </a:cubicBezTo>
                <a:cubicBezTo>
                  <a:pt x="2572760" y="1315957"/>
                  <a:pt x="2562532" y="1313597"/>
                  <a:pt x="2554979" y="1310450"/>
                </a:cubicBezTo>
                <a:cubicBezTo>
                  <a:pt x="2547426" y="1307303"/>
                  <a:pt x="2542076" y="1303369"/>
                  <a:pt x="2538929" y="1298648"/>
                </a:cubicBezTo>
                <a:cubicBezTo>
                  <a:pt x="2535782" y="1293927"/>
                  <a:pt x="2534208" y="1288420"/>
                  <a:pt x="2534208" y="1282126"/>
                </a:cubicBezTo>
                <a:lnTo>
                  <a:pt x="2534208" y="1184881"/>
                </a:lnTo>
                <a:cubicBezTo>
                  <a:pt x="2487632" y="1235234"/>
                  <a:pt x="2440268" y="1272999"/>
                  <a:pt x="2392117" y="1298176"/>
                </a:cubicBezTo>
                <a:cubicBezTo>
                  <a:pt x="2343967" y="1323353"/>
                  <a:pt x="2294085" y="1335941"/>
                  <a:pt x="2242472" y="1335941"/>
                </a:cubicBezTo>
                <a:cubicBezTo>
                  <a:pt x="2184566" y="1335941"/>
                  <a:pt x="2135944" y="1326500"/>
                  <a:pt x="2096605" y="1307617"/>
                </a:cubicBezTo>
                <a:cubicBezTo>
                  <a:pt x="2057266" y="1288735"/>
                  <a:pt x="2025481" y="1262929"/>
                  <a:pt x="2001248" y="1230199"/>
                </a:cubicBezTo>
                <a:cubicBezTo>
                  <a:pt x="1977016" y="1197469"/>
                  <a:pt x="1959706" y="1159547"/>
                  <a:pt x="1949321" y="1116431"/>
                </a:cubicBezTo>
                <a:cubicBezTo>
                  <a:pt x="1938935" y="1073316"/>
                  <a:pt x="1933743" y="1019658"/>
                  <a:pt x="1933743" y="955457"/>
                </a:cubicBezTo>
                <a:lnTo>
                  <a:pt x="1933743" y="439963"/>
                </a:lnTo>
                <a:cubicBezTo>
                  <a:pt x="1933743" y="433669"/>
                  <a:pt x="1935474" y="428162"/>
                  <a:pt x="1938935" y="423441"/>
                </a:cubicBezTo>
                <a:cubicBezTo>
                  <a:pt x="1942397" y="418720"/>
                  <a:pt x="1948692" y="414786"/>
                  <a:pt x="1957818" y="411639"/>
                </a:cubicBezTo>
                <a:cubicBezTo>
                  <a:pt x="1966945" y="408492"/>
                  <a:pt x="1979218" y="406132"/>
                  <a:pt x="1994639" y="404558"/>
                </a:cubicBezTo>
                <a:cubicBezTo>
                  <a:pt x="2010060" y="402985"/>
                  <a:pt x="2029100" y="402198"/>
                  <a:pt x="2051759" y="402198"/>
                </a:cubicBezTo>
                <a:close/>
                <a:moveTo>
                  <a:pt x="4872447" y="386148"/>
                </a:moveTo>
                <a:cubicBezTo>
                  <a:pt x="4934130" y="386148"/>
                  <a:pt x="4986686" y="398264"/>
                  <a:pt x="5030116" y="422497"/>
                </a:cubicBezTo>
                <a:cubicBezTo>
                  <a:pt x="5073546" y="446730"/>
                  <a:pt x="5108951" y="479932"/>
                  <a:pt x="5136331" y="522102"/>
                </a:cubicBezTo>
                <a:cubicBezTo>
                  <a:pt x="5163711" y="564274"/>
                  <a:pt x="5183695" y="613368"/>
                  <a:pt x="5196283" y="669387"/>
                </a:cubicBezTo>
                <a:cubicBezTo>
                  <a:pt x="5208871" y="725405"/>
                  <a:pt x="5215166" y="785200"/>
                  <a:pt x="5215166" y="848771"/>
                </a:cubicBezTo>
                <a:cubicBezTo>
                  <a:pt x="5215166" y="923672"/>
                  <a:pt x="5207140" y="991177"/>
                  <a:pt x="5191090" y="1051286"/>
                </a:cubicBezTo>
                <a:cubicBezTo>
                  <a:pt x="5175040" y="1111396"/>
                  <a:pt x="5151594" y="1162536"/>
                  <a:pt x="5120753" y="1204707"/>
                </a:cubicBezTo>
                <a:cubicBezTo>
                  <a:pt x="5089911" y="1246878"/>
                  <a:pt x="5051517" y="1279293"/>
                  <a:pt x="5005569" y="1301953"/>
                </a:cubicBezTo>
                <a:cubicBezTo>
                  <a:pt x="4959621" y="1324612"/>
                  <a:pt x="4907065" y="1335941"/>
                  <a:pt x="4847900" y="1335941"/>
                </a:cubicBezTo>
                <a:cubicBezTo>
                  <a:pt x="4823352" y="1335941"/>
                  <a:pt x="4800851" y="1333581"/>
                  <a:pt x="4780394" y="1328860"/>
                </a:cubicBezTo>
                <a:cubicBezTo>
                  <a:pt x="4759938" y="1324140"/>
                  <a:pt x="4740112" y="1316901"/>
                  <a:pt x="4720914" y="1307145"/>
                </a:cubicBezTo>
                <a:cubicBezTo>
                  <a:pt x="4701717" y="1297389"/>
                  <a:pt x="4682677" y="1285273"/>
                  <a:pt x="4663795" y="1270796"/>
                </a:cubicBezTo>
                <a:cubicBezTo>
                  <a:pt x="4644912" y="1256320"/>
                  <a:pt x="4625400" y="1239325"/>
                  <a:pt x="4605259" y="1219813"/>
                </a:cubicBezTo>
                <a:lnTo>
                  <a:pt x="4605259" y="1616347"/>
                </a:lnTo>
                <a:cubicBezTo>
                  <a:pt x="4605259" y="1622641"/>
                  <a:pt x="4603371" y="1628306"/>
                  <a:pt x="4599594" y="1633342"/>
                </a:cubicBezTo>
                <a:cubicBezTo>
                  <a:pt x="4595818" y="1638377"/>
                  <a:pt x="4589366" y="1642625"/>
                  <a:pt x="4580239" y="1646087"/>
                </a:cubicBezTo>
                <a:cubicBezTo>
                  <a:pt x="4571113" y="1649549"/>
                  <a:pt x="4558997" y="1652224"/>
                  <a:pt x="4543891" y="1654112"/>
                </a:cubicBezTo>
                <a:cubicBezTo>
                  <a:pt x="4528784" y="1656001"/>
                  <a:pt x="4509587" y="1656945"/>
                  <a:pt x="4486299" y="1656945"/>
                </a:cubicBezTo>
                <a:cubicBezTo>
                  <a:pt x="4463010" y="1656945"/>
                  <a:pt x="4443813" y="1656001"/>
                  <a:pt x="4428707" y="1654112"/>
                </a:cubicBezTo>
                <a:cubicBezTo>
                  <a:pt x="4413601" y="1652224"/>
                  <a:pt x="4401485" y="1649549"/>
                  <a:pt x="4392358" y="1646087"/>
                </a:cubicBezTo>
                <a:cubicBezTo>
                  <a:pt x="4383231" y="1642625"/>
                  <a:pt x="4376780" y="1638377"/>
                  <a:pt x="4373003" y="1633342"/>
                </a:cubicBezTo>
                <a:cubicBezTo>
                  <a:pt x="4369227" y="1628306"/>
                  <a:pt x="4367338" y="1622641"/>
                  <a:pt x="4367338" y="1616347"/>
                </a:cubicBezTo>
                <a:lnTo>
                  <a:pt x="4367338" y="439963"/>
                </a:lnTo>
                <a:cubicBezTo>
                  <a:pt x="4367338" y="433669"/>
                  <a:pt x="4368912" y="428162"/>
                  <a:pt x="4372059" y="423441"/>
                </a:cubicBezTo>
                <a:cubicBezTo>
                  <a:pt x="4375206" y="418720"/>
                  <a:pt x="4380714" y="414786"/>
                  <a:pt x="4388581" y="411639"/>
                </a:cubicBezTo>
                <a:cubicBezTo>
                  <a:pt x="4396449" y="408492"/>
                  <a:pt x="4406835" y="406132"/>
                  <a:pt x="4419738" y="404558"/>
                </a:cubicBezTo>
                <a:cubicBezTo>
                  <a:pt x="4432641" y="402985"/>
                  <a:pt x="4448848" y="402198"/>
                  <a:pt x="4468360" y="402198"/>
                </a:cubicBezTo>
                <a:cubicBezTo>
                  <a:pt x="4487243" y="402198"/>
                  <a:pt x="4503136" y="402985"/>
                  <a:pt x="4516039" y="404558"/>
                </a:cubicBezTo>
                <a:cubicBezTo>
                  <a:pt x="4528942" y="406132"/>
                  <a:pt x="4539327" y="408492"/>
                  <a:pt x="4547195" y="411639"/>
                </a:cubicBezTo>
                <a:cubicBezTo>
                  <a:pt x="4555063" y="414786"/>
                  <a:pt x="4560570" y="418720"/>
                  <a:pt x="4563717" y="423441"/>
                </a:cubicBezTo>
                <a:cubicBezTo>
                  <a:pt x="4566864" y="428162"/>
                  <a:pt x="4568438" y="433669"/>
                  <a:pt x="4568438" y="439963"/>
                </a:cubicBezTo>
                <a:lnTo>
                  <a:pt x="4568438" y="539097"/>
                </a:lnTo>
                <a:cubicBezTo>
                  <a:pt x="4592985" y="513920"/>
                  <a:pt x="4617060" y="491733"/>
                  <a:pt x="4640664" y="472536"/>
                </a:cubicBezTo>
                <a:cubicBezTo>
                  <a:pt x="4664267" y="453338"/>
                  <a:pt x="4688342" y="437288"/>
                  <a:pt x="4712889" y="424385"/>
                </a:cubicBezTo>
                <a:cubicBezTo>
                  <a:pt x="4737437" y="411482"/>
                  <a:pt x="4762770" y="401883"/>
                  <a:pt x="4788892" y="395589"/>
                </a:cubicBezTo>
                <a:cubicBezTo>
                  <a:pt x="4815012" y="389295"/>
                  <a:pt x="4842864" y="386148"/>
                  <a:pt x="4872447" y="386148"/>
                </a:cubicBezTo>
                <a:close/>
                <a:moveTo>
                  <a:pt x="1224075" y="386148"/>
                </a:moveTo>
                <a:cubicBezTo>
                  <a:pt x="1247363" y="386148"/>
                  <a:pt x="1269708" y="388508"/>
                  <a:pt x="1291108" y="393229"/>
                </a:cubicBezTo>
                <a:cubicBezTo>
                  <a:pt x="1312508" y="397950"/>
                  <a:pt x="1333908" y="406132"/>
                  <a:pt x="1355308" y="417776"/>
                </a:cubicBezTo>
                <a:cubicBezTo>
                  <a:pt x="1376708" y="429420"/>
                  <a:pt x="1398896" y="444527"/>
                  <a:pt x="1421869" y="463094"/>
                </a:cubicBezTo>
                <a:cubicBezTo>
                  <a:pt x="1444843" y="481662"/>
                  <a:pt x="1470177" y="504479"/>
                  <a:pt x="1497872" y="531544"/>
                </a:cubicBezTo>
                <a:lnTo>
                  <a:pt x="1497872" y="439963"/>
                </a:lnTo>
                <a:cubicBezTo>
                  <a:pt x="1497872" y="433669"/>
                  <a:pt x="1499603" y="428162"/>
                  <a:pt x="1503065" y="423441"/>
                </a:cubicBezTo>
                <a:cubicBezTo>
                  <a:pt x="1506526" y="418720"/>
                  <a:pt x="1512191" y="414786"/>
                  <a:pt x="1520059" y="411639"/>
                </a:cubicBezTo>
                <a:cubicBezTo>
                  <a:pt x="1527927" y="408492"/>
                  <a:pt x="1538155" y="406132"/>
                  <a:pt x="1550743" y="404558"/>
                </a:cubicBezTo>
                <a:cubicBezTo>
                  <a:pt x="1563332" y="402985"/>
                  <a:pt x="1579696" y="402198"/>
                  <a:pt x="1599838" y="402198"/>
                </a:cubicBezTo>
                <a:cubicBezTo>
                  <a:pt x="1618720" y="402198"/>
                  <a:pt x="1634613" y="402985"/>
                  <a:pt x="1647516" y="404558"/>
                </a:cubicBezTo>
                <a:cubicBezTo>
                  <a:pt x="1660419" y="406132"/>
                  <a:pt x="1670647" y="408492"/>
                  <a:pt x="1678200" y="411639"/>
                </a:cubicBezTo>
                <a:cubicBezTo>
                  <a:pt x="1685753" y="414786"/>
                  <a:pt x="1691103" y="418720"/>
                  <a:pt x="1694251" y="423441"/>
                </a:cubicBezTo>
                <a:cubicBezTo>
                  <a:pt x="1697398" y="428162"/>
                  <a:pt x="1698971" y="433669"/>
                  <a:pt x="1698971" y="439963"/>
                </a:cubicBezTo>
                <a:lnTo>
                  <a:pt x="1698971" y="1616347"/>
                </a:lnTo>
                <a:cubicBezTo>
                  <a:pt x="1698971" y="1622641"/>
                  <a:pt x="1697083" y="1628306"/>
                  <a:pt x="1693306" y="1633342"/>
                </a:cubicBezTo>
                <a:cubicBezTo>
                  <a:pt x="1689530" y="1638377"/>
                  <a:pt x="1683236" y="1642625"/>
                  <a:pt x="1674424" y="1646087"/>
                </a:cubicBezTo>
                <a:cubicBezTo>
                  <a:pt x="1665612" y="1649549"/>
                  <a:pt x="1653653" y="1652224"/>
                  <a:pt x="1638547" y="1654112"/>
                </a:cubicBezTo>
                <a:cubicBezTo>
                  <a:pt x="1623441" y="1656001"/>
                  <a:pt x="1604244" y="1656945"/>
                  <a:pt x="1580955" y="1656945"/>
                </a:cubicBezTo>
                <a:cubicBezTo>
                  <a:pt x="1557667" y="1656945"/>
                  <a:pt x="1538469" y="1656001"/>
                  <a:pt x="1523363" y="1654112"/>
                </a:cubicBezTo>
                <a:cubicBezTo>
                  <a:pt x="1508257" y="1652224"/>
                  <a:pt x="1496141" y="1649549"/>
                  <a:pt x="1487014" y="1646087"/>
                </a:cubicBezTo>
                <a:cubicBezTo>
                  <a:pt x="1477888" y="1642625"/>
                  <a:pt x="1471594" y="1638377"/>
                  <a:pt x="1468132" y="1633342"/>
                </a:cubicBezTo>
                <a:cubicBezTo>
                  <a:pt x="1464670" y="1628306"/>
                  <a:pt x="1462939" y="1622641"/>
                  <a:pt x="1462939" y="1616347"/>
                </a:cubicBezTo>
                <a:lnTo>
                  <a:pt x="1462939" y="1216037"/>
                </a:lnTo>
                <a:cubicBezTo>
                  <a:pt x="1440280" y="1236808"/>
                  <a:pt x="1418250" y="1254903"/>
                  <a:pt x="1396850" y="1270324"/>
                </a:cubicBezTo>
                <a:cubicBezTo>
                  <a:pt x="1375450" y="1285745"/>
                  <a:pt x="1354050" y="1298333"/>
                  <a:pt x="1332649" y="1308089"/>
                </a:cubicBezTo>
                <a:cubicBezTo>
                  <a:pt x="1311249" y="1317845"/>
                  <a:pt x="1289220" y="1324926"/>
                  <a:pt x="1266561" y="1329332"/>
                </a:cubicBezTo>
                <a:cubicBezTo>
                  <a:pt x="1243901" y="1333738"/>
                  <a:pt x="1219983" y="1335941"/>
                  <a:pt x="1194807" y="1335941"/>
                </a:cubicBezTo>
                <a:cubicBezTo>
                  <a:pt x="1133124" y="1335941"/>
                  <a:pt x="1080567" y="1323510"/>
                  <a:pt x="1037137" y="1298648"/>
                </a:cubicBezTo>
                <a:cubicBezTo>
                  <a:pt x="993707" y="1273786"/>
                  <a:pt x="958302" y="1240270"/>
                  <a:pt x="930923" y="1198098"/>
                </a:cubicBezTo>
                <a:cubicBezTo>
                  <a:pt x="903543" y="1155927"/>
                  <a:pt x="883559" y="1106675"/>
                  <a:pt x="870971" y="1050342"/>
                </a:cubicBezTo>
                <a:cubicBezTo>
                  <a:pt x="858382" y="994009"/>
                  <a:pt x="852088" y="934687"/>
                  <a:pt x="852088" y="872374"/>
                </a:cubicBezTo>
                <a:cubicBezTo>
                  <a:pt x="852088" y="797473"/>
                  <a:pt x="860270" y="730125"/>
                  <a:pt x="876635" y="670331"/>
                </a:cubicBezTo>
                <a:cubicBezTo>
                  <a:pt x="893000" y="610536"/>
                  <a:pt x="916918" y="559553"/>
                  <a:pt x="948389" y="517382"/>
                </a:cubicBezTo>
                <a:cubicBezTo>
                  <a:pt x="979860" y="475211"/>
                  <a:pt x="1018569" y="442796"/>
                  <a:pt x="1064517" y="420137"/>
                </a:cubicBezTo>
                <a:cubicBezTo>
                  <a:pt x="1110464" y="397477"/>
                  <a:pt x="1163650" y="386148"/>
                  <a:pt x="1224075" y="386148"/>
                </a:cubicBezTo>
                <a:close/>
                <a:moveTo>
                  <a:pt x="6516677" y="180328"/>
                </a:moveTo>
                <a:cubicBezTo>
                  <a:pt x="6539965" y="180328"/>
                  <a:pt x="6559320" y="181115"/>
                  <a:pt x="6574741" y="182688"/>
                </a:cubicBezTo>
                <a:cubicBezTo>
                  <a:pt x="6590161" y="184262"/>
                  <a:pt x="6602277" y="186780"/>
                  <a:pt x="6611089" y="190241"/>
                </a:cubicBezTo>
                <a:cubicBezTo>
                  <a:pt x="6619901" y="193703"/>
                  <a:pt x="6626195" y="197952"/>
                  <a:pt x="6629972" y="202987"/>
                </a:cubicBezTo>
                <a:cubicBezTo>
                  <a:pt x="6633749" y="208022"/>
                  <a:pt x="6635637" y="213687"/>
                  <a:pt x="6635637" y="219981"/>
                </a:cubicBezTo>
                <a:lnTo>
                  <a:pt x="6635637" y="407863"/>
                </a:lnTo>
                <a:lnTo>
                  <a:pt x="6818797" y="407863"/>
                </a:lnTo>
                <a:cubicBezTo>
                  <a:pt x="6825092" y="407863"/>
                  <a:pt x="6830599" y="409437"/>
                  <a:pt x="6835320" y="412584"/>
                </a:cubicBezTo>
                <a:cubicBezTo>
                  <a:pt x="6840041" y="415731"/>
                  <a:pt x="6843975" y="420923"/>
                  <a:pt x="6847121" y="428162"/>
                </a:cubicBezTo>
                <a:cubicBezTo>
                  <a:pt x="6850269" y="435400"/>
                  <a:pt x="6852629" y="445314"/>
                  <a:pt x="6854203" y="457902"/>
                </a:cubicBezTo>
                <a:cubicBezTo>
                  <a:pt x="6855776" y="470490"/>
                  <a:pt x="6856563" y="485911"/>
                  <a:pt x="6856563" y="504164"/>
                </a:cubicBezTo>
                <a:cubicBezTo>
                  <a:pt x="6856563" y="538782"/>
                  <a:pt x="6853416" y="563487"/>
                  <a:pt x="6847121" y="578278"/>
                </a:cubicBezTo>
                <a:cubicBezTo>
                  <a:pt x="6840827" y="593070"/>
                  <a:pt x="6831701" y="600465"/>
                  <a:pt x="6819741" y="600465"/>
                </a:cubicBezTo>
                <a:lnTo>
                  <a:pt x="6635637" y="600465"/>
                </a:lnTo>
                <a:lnTo>
                  <a:pt x="6635637" y="996055"/>
                </a:lnTo>
                <a:cubicBezTo>
                  <a:pt x="6635637" y="1042002"/>
                  <a:pt x="6642875" y="1076463"/>
                  <a:pt x="6657351" y="1099437"/>
                </a:cubicBezTo>
                <a:cubicBezTo>
                  <a:pt x="6671829" y="1122411"/>
                  <a:pt x="6697635" y="1133898"/>
                  <a:pt x="6734770" y="1133898"/>
                </a:cubicBezTo>
                <a:cubicBezTo>
                  <a:pt x="6747359" y="1133898"/>
                  <a:pt x="6758688" y="1132796"/>
                  <a:pt x="6768759" y="1130593"/>
                </a:cubicBezTo>
                <a:cubicBezTo>
                  <a:pt x="6778829" y="1128390"/>
                  <a:pt x="6787799" y="1125873"/>
                  <a:pt x="6795667" y="1123040"/>
                </a:cubicBezTo>
                <a:cubicBezTo>
                  <a:pt x="6803535" y="1120208"/>
                  <a:pt x="6810143" y="1117690"/>
                  <a:pt x="6815493" y="1115487"/>
                </a:cubicBezTo>
                <a:cubicBezTo>
                  <a:pt x="6820843" y="1113284"/>
                  <a:pt x="6825721" y="1112183"/>
                  <a:pt x="6830127" y="1112183"/>
                </a:cubicBezTo>
                <a:cubicBezTo>
                  <a:pt x="6833903" y="1112183"/>
                  <a:pt x="6837523" y="1113284"/>
                  <a:pt x="6840985" y="1115487"/>
                </a:cubicBezTo>
                <a:cubicBezTo>
                  <a:pt x="6844447" y="1117690"/>
                  <a:pt x="6847121" y="1122096"/>
                  <a:pt x="6849009" y="1128705"/>
                </a:cubicBezTo>
                <a:cubicBezTo>
                  <a:pt x="6850898" y="1135314"/>
                  <a:pt x="6852629" y="1144283"/>
                  <a:pt x="6854203" y="1155613"/>
                </a:cubicBezTo>
                <a:cubicBezTo>
                  <a:pt x="6855776" y="1166942"/>
                  <a:pt x="6856563" y="1181419"/>
                  <a:pt x="6856563" y="1199043"/>
                </a:cubicBezTo>
                <a:cubicBezTo>
                  <a:pt x="6856563" y="1226737"/>
                  <a:pt x="6854832" y="1247980"/>
                  <a:pt x="6851370" y="1262771"/>
                </a:cubicBezTo>
                <a:cubicBezTo>
                  <a:pt x="6847909" y="1277562"/>
                  <a:pt x="6843345" y="1287948"/>
                  <a:pt x="6837680" y="1293927"/>
                </a:cubicBezTo>
                <a:cubicBezTo>
                  <a:pt x="6832015" y="1299907"/>
                  <a:pt x="6823676" y="1305257"/>
                  <a:pt x="6812661" y="1309978"/>
                </a:cubicBezTo>
                <a:cubicBezTo>
                  <a:pt x="6801647" y="1314698"/>
                  <a:pt x="6788743" y="1318789"/>
                  <a:pt x="6773951" y="1322251"/>
                </a:cubicBezTo>
                <a:cubicBezTo>
                  <a:pt x="6759161" y="1325713"/>
                  <a:pt x="6743110" y="1328388"/>
                  <a:pt x="6725801" y="1330276"/>
                </a:cubicBezTo>
                <a:cubicBezTo>
                  <a:pt x="6708492" y="1332165"/>
                  <a:pt x="6691026" y="1333109"/>
                  <a:pt x="6673402" y="1333109"/>
                </a:cubicBezTo>
                <a:cubicBezTo>
                  <a:pt x="6626195" y="1333109"/>
                  <a:pt x="6585283" y="1327129"/>
                  <a:pt x="6550665" y="1315170"/>
                </a:cubicBezTo>
                <a:cubicBezTo>
                  <a:pt x="6516047" y="1303211"/>
                  <a:pt x="6487409" y="1284801"/>
                  <a:pt x="6464749" y="1259939"/>
                </a:cubicBezTo>
                <a:cubicBezTo>
                  <a:pt x="6442091" y="1235077"/>
                  <a:pt x="6425411" y="1203763"/>
                  <a:pt x="6414711" y="1165998"/>
                </a:cubicBezTo>
                <a:cubicBezTo>
                  <a:pt x="6404011" y="1128233"/>
                  <a:pt x="6398661" y="1083544"/>
                  <a:pt x="6398661" y="1031932"/>
                </a:cubicBezTo>
                <a:lnTo>
                  <a:pt x="6398661" y="600465"/>
                </a:lnTo>
                <a:lnTo>
                  <a:pt x="6297639" y="600465"/>
                </a:lnTo>
                <a:cubicBezTo>
                  <a:pt x="6285680" y="600465"/>
                  <a:pt x="6276553" y="593070"/>
                  <a:pt x="6270259" y="578278"/>
                </a:cubicBezTo>
                <a:cubicBezTo>
                  <a:pt x="6263965" y="563487"/>
                  <a:pt x="6260817" y="538782"/>
                  <a:pt x="6260817" y="504164"/>
                </a:cubicBezTo>
                <a:cubicBezTo>
                  <a:pt x="6260817" y="485911"/>
                  <a:pt x="6261605" y="470490"/>
                  <a:pt x="6263178" y="457902"/>
                </a:cubicBezTo>
                <a:cubicBezTo>
                  <a:pt x="6264752" y="445314"/>
                  <a:pt x="6267112" y="435400"/>
                  <a:pt x="6270259" y="428162"/>
                </a:cubicBezTo>
                <a:cubicBezTo>
                  <a:pt x="6273407" y="420923"/>
                  <a:pt x="6277340" y="415731"/>
                  <a:pt x="6282061" y="412584"/>
                </a:cubicBezTo>
                <a:cubicBezTo>
                  <a:pt x="6286781" y="409437"/>
                  <a:pt x="6292289" y="407863"/>
                  <a:pt x="6298583" y="407863"/>
                </a:cubicBezTo>
                <a:lnTo>
                  <a:pt x="6398661" y="407863"/>
                </a:lnTo>
                <a:lnTo>
                  <a:pt x="6398661" y="219981"/>
                </a:lnTo>
                <a:cubicBezTo>
                  <a:pt x="6398661" y="213687"/>
                  <a:pt x="6400391" y="208022"/>
                  <a:pt x="6403853" y="202987"/>
                </a:cubicBezTo>
                <a:cubicBezTo>
                  <a:pt x="6407315" y="197952"/>
                  <a:pt x="6413609" y="193703"/>
                  <a:pt x="6422735" y="190241"/>
                </a:cubicBezTo>
                <a:cubicBezTo>
                  <a:pt x="6431863" y="186780"/>
                  <a:pt x="6444136" y="184262"/>
                  <a:pt x="6459557" y="182688"/>
                </a:cubicBezTo>
                <a:cubicBezTo>
                  <a:pt x="6474978" y="181115"/>
                  <a:pt x="6494017" y="180328"/>
                  <a:pt x="6516677" y="180328"/>
                </a:cubicBezTo>
                <a:close/>
                <a:moveTo>
                  <a:pt x="73643" y="92524"/>
                </a:moveTo>
                <a:lnTo>
                  <a:pt x="683550" y="92524"/>
                </a:lnTo>
                <a:cubicBezTo>
                  <a:pt x="689214" y="92524"/>
                  <a:pt x="694250" y="94097"/>
                  <a:pt x="698655" y="97245"/>
                </a:cubicBezTo>
                <a:cubicBezTo>
                  <a:pt x="703062" y="100392"/>
                  <a:pt x="706838" y="105899"/>
                  <a:pt x="709985" y="113767"/>
                </a:cubicBezTo>
                <a:cubicBezTo>
                  <a:pt x="713132" y="121635"/>
                  <a:pt x="715493" y="131705"/>
                  <a:pt x="717066" y="143979"/>
                </a:cubicBezTo>
                <a:cubicBezTo>
                  <a:pt x="718640" y="156253"/>
                  <a:pt x="719426" y="171831"/>
                  <a:pt x="719426" y="190713"/>
                </a:cubicBezTo>
                <a:cubicBezTo>
                  <a:pt x="719426" y="208337"/>
                  <a:pt x="718640" y="223286"/>
                  <a:pt x="717066" y="235559"/>
                </a:cubicBezTo>
                <a:cubicBezTo>
                  <a:pt x="715493" y="247833"/>
                  <a:pt x="713132" y="257746"/>
                  <a:pt x="709985" y="265300"/>
                </a:cubicBezTo>
                <a:cubicBezTo>
                  <a:pt x="706838" y="272853"/>
                  <a:pt x="703062" y="278360"/>
                  <a:pt x="698655" y="281822"/>
                </a:cubicBezTo>
                <a:cubicBezTo>
                  <a:pt x="694250" y="285284"/>
                  <a:pt x="689214" y="287014"/>
                  <a:pt x="683550" y="287014"/>
                </a:cubicBezTo>
                <a:lnTo>
                  <a:pt x="247362" y="287014"/>
                </a:lnTo>
                <a:lnTo>
                  <a:pt x="247362" y="585359"/>
                </a:lnTo>
                <a:lnTo>
                  <a:pt x="616516" y="585359"/>
                </a:lnTo>
                <a:cubicBezTo>
                  <a:pt x="622181" y="585359"/>
                  <a:pt x="627374" y="587090"/>
                  <a:pt x="632094" y="590552"/>
                </a:cubicBezTo>
                <a:cubicBezTo>
                  <a:pt x="636815" y="594014"/>
                  <a:pt x="640749" y="599364"/>
                  <a:pt x="643896" y="606602"/>
                </a:cubicBezTo>
                <a:cubicBezTo>
                  <a:pt x="647043" y="613840"/>
                  <a:pt x="649403" y="623596"/>
                  <a:pt x="650977" y="635870"/>
                </a:cubicBezTo>
                <a:cubicBezTo>
                  <a:pt x="652551" y="648144"/>
                  <a:pt x="653337" y="663092"/>
                  <a:pt x="653337" y="680716"/>
                </a:cubicBezTo>
                <a:cubicBezTo>
                  <a:pt x="653337" y="698969"/>
                  <a:pt x="652551" y="714075"/>
                  <a:pt x="650977" y="726034"/>
                </a:cubicBezTo>
                <a:cubicBezTo>
                  <a:pt x="649403" y="737993"/>
                  <a:pt x="647043" y="747592"/>
                  <a:pt x="643896" y="754830"/>
                </a:cubicBezTo>
                <a:cubicBezTo>
                  <a:pt x="640749" y="762068"/>
                  <a:pt x="636815" y="767261"/>
                  <a:pt x="632094" y="770408"/>
                </a:cubicBezTo>
                <a:cubicBezTo>
                  <a:pt x="627374" y="773555"/>
                  <a:pt x="622181" y="775129"/>
                  <a:pt x="616516" y="775129"/>
                </a:cubicBezTo>
                <a:lnTo>
                  <a:pt x="247362" y="775129"/>
                </a:lnTo>
                <a:lnTo>
                  <a:pt x="247362" y="1119736"/>
                </a:lnTo>
                <a:lnTo>
                  <a:pt x="687326" y="1119736"/>
                </a:lnTo>
                <a:cubicBezTo>
                  <a:pt x="692991" y="1119736"/>
                  <a:pt x="698183" y="1121467"/>
                  <a:pt x="702904" y="1124928"/>
                </a:cubicBezTo>
                <a:cubicBezTo>
                  <a:pt x="707625" y="1128390"/>
                  <a:pt x="711559" y="1133898"/>
                  <a:pt x="714706" y="1141451"/>
                </a:cubicBezTo>
                <a:cubicBezTo>
                  <a:pt x="717853" y="1149004"/>
                  <a:pt x="720213" y="1158917"/>
                  <a:pt x="721787" y="1171191"/>
                </a:cubicBezTo>
                <a:cubicBezTo>
                  <a:pt x="723360" y="1183464"/>
                  <a:pt x="724147" y="1198728"/>
                  <a:pt x="724147" y="1216981"/>
                </a:cubicBezTo>
                <a:cubicBezTo>
                  <a:pt x="724147" y="1235234"/>
                  <a:pt x="723360" y="1250498"/>
                  <a:pt x="721787" y="1262771"/>
                </a:cubicBezTo>
                <a:cubicBezTo>
                  <a:pt x="720213" y="1275045"/>
                  <a:pt x="717853" y="1284958"/>
                  <a:pt x="714706" y="1292511"/>
                </a:cubicBezTo>
                <a:cubicBezTo>
                  <a:pt x="711559" y="1300064"/>
                  <a:pt x="707625" y="1305572"/>
                  <a:pt x="702904" y="1309034"/>
                </a:cubicBezTo>
                <a:cubicBezTo>
                  <a:pt x="698183" y="1312495"/>
                  <a:pt x="692991" y="1314226"/>
                  <a:pt x="687326" y="1314226"/>
                </a:cubicBezTo>
                <a:lnTo>
                  <a:pt x="73643" y="1314226"/>
                </a:lnTo>
                <a:cubicBezTo>
                  <a:pt x="52872" y="1314226"/>
                  <a:pt x="35405" y="1308089"/>
                  <a:pt x="21243" y="1295816"/>
                </a:cubicBezTo>
                <a:cubicBezTo>
                  <a:pt x="7081" y="1283542"/>
                  <a:pt x="0" y="1263558"/>
                  <a:pt x="0" y="1235864"/>
                </a:cubicBezTo>
                <a:lnTo>
                  <a:pt x="0" y="170887"/>
                </a:lnTo>
                <a:cubicBezTo>
                  <a:pt x="0" y="143192"/>
                  <a:pt x="7081" y="123208"/>
                  <a:pt x="21243" y="110935"/>
                </a:cubicBezTo>
                <a:cubicBezTo>
                  <a:pt x="35405" y="98661"/>
                  <a:pt x="52872" y="92524"/>
                  <a:pt x="73643" y="92524"/>
                </a:cubicBezTo>
                <a:close/>
                <a:moveTo>
                  <a:pt x="3823981" y="70809"/>
                </a:moveTo>
                <a:cubicBezTo>
                  <a:pt x="3852934" y="70809"/>
                  <a:pt x="3881887" y="73012"/>
                  <a:pt x="3910841" y="77418"/>
                </a:cubicBezTo>
                <a:cubicBezTo>
                  <a:pt x="3939794" y="81824"/>
                  <a:pt x="3966859" y="87804"/>
                  <a:pt x="3992036" y="95356"/>
                </a:cubicBezTo>
                <a:cubicBezTo>
                  <a:pt x="4017212" y="102909"/>
                  <a:pt x="4039557" y="111407"/>
                  <a:pt x="4059069" y="120848"/>
                </a:cubicBezTo>
                <a:cubicBezTo>
                  <a:pt x="4078581" y="130289"/>
                  <a:pt x="4091484" y="138157"/>
                  <a:pt x="4097778" y="144451"/>
                </a:cubicBezTo>
                <a:cubicBezTo>
                  <a:pt x="4104072" y="150745"/>
                  <a:pt x="4108321" y="156095"/>
                  <a:pt x="4110524" y="160501"/>
                </a:cubicBezTo>
                <a:cubicBezTo>
                  <a:pt x="4112727" y="164907"/>
                  <a:pt x="4114615" y="170730"/>
                  <a:pt x="4116189" y="177968"/>
                </a:cubicBezTo>
                <a:cubicBezTo>
                  <a:pt x="4117762" y="185206"/>
                  <a:pt x="4118864" y="194333"/>
                  <a:pt x="4119493" y="205348"/>
                </a:cubicBezTo>
                <a:cubicBezTo>
                  <a:pt x="4120122" y="216362"/>
                  <a:pt x="4120437" y="230052"/>
                  <a:pt x="4120437" y="246417"/>
                </a:cubicBezTo>
                <a:cubicBezTo>
                  <a:pt x="4120437" y="264670"/>
                  <a:pt x="4119965" y="280091"/>
                  <a:pt x="4119021" y="292679"/>
                </a:cubicBezTo>
                <a:cubicBezTo>
                  <a:pt x="4118077" y="305268"/>
                  <a:pt x="4116504" y="315653"/>
                  <a:pt x="4114300" y="323835"/>
                </a:cubicBezTo>
                <a:cubicBezTo>
                  <a:pt x="4112097" y="332018"/>
                  <a:pt x="4108950" y="337997"/>
                  <a:pt x="4104859" y="341774"/>
                </a:cubicBezTo>
                <a:cubicBezTo>
                  <a:pt x="4100768" y="345550"/>
                  <a:pt x="4095261" y="347439"/>
                  <a:pt x="4088337" y="347439"/>
                </a:cubicBezTo>
                <a:cubicBezTo>
                  <a:pt x="4081413" y="347439"/>
                  <a:pt x="4070398" y="343033"/>
                  <a:pt x="4055292" y="334221"/>
                </a:cubicBezTo>
                <a:cubicBezTo>
                  <a:pt x="4040186" y="325409"/>
                  <a:pt x="4021619" y="315810"/>
                  <a:pt x="3999589" y="305425"/>
                </a:cubicBezTo>
                <a:cubicBezTo>
                  <a:pt x="3977559" y="295040"/>
                  <a:pt x="3952067" y="285598"/>
                  <a:pt x="3923114" y="277101"/>
                </a:cubicBezTo>
                <a:cubicBezTo>
                  <a:pt x="3894161" y="268604"/>
                  <a:pt x="3862375" y="264356"/>
                  <a:pt x="3827757" y="264356"/>
                </a:cubicBezTo>
                <a:cubicBezTo>
                  <a:pt x="3800692" y="264356"/>
                  <a:pt x="3777089" y="267660"/>
                  <a:pt x="3756948" y="274269"/>
                </a:cubicBezTo>
                <a:cubicBezTo>
                  <a:pt x="3736806" y="280878"/>
                  <a:pt x="3719969" y="290004"/>
                  <a:pt x="3706437" y="301648"/>
                </a:cubicBezTo>
                <a:cubicBezTo>
                  <a:pt x="3692905" y="313293"/>
                  <a:pt x="3682834" y="327297"/>
                  <a:pt x="3676225" y="343662"/>
                </a:cubicBezTo>
                <a:cubicBezTo>
                  <a:pt x="3669616" y="360027"/>
                  <a:pt x="3666311" y="377336"/>
                  <a:pt x="3666311" y="395589"/>
                </a:cubicBezTo>
                <a:cubicBezTo>
                  <a:pt x="3666311" y="422654"/>
                  <a:pt x="3673707" y="446100"/>
                  <a:pt x="3688498" y="465927"/>
                </a:cubicBezTo>
                <a:cubicBezTo>
                  <a:pt x="3703290" y="485754"/>
                  <a:pt x="3723117" y="503377"/>
                  <a:pt x="3747978" y="518798"/>
                </a:cubicBezTo>
                <a:cubicBezTo>
                  <a:pt x="3772841" y="534219"/>
                  <a:pt x="3801007" y="548695"/>
                  <a:pt x="3832478" y="562228"/>
                </a:cubicBezTo>
                <a:cubicBezTo>
                  <a:pt x="3863949" y="575760"/>
                  <a:pt x="3896049" y="590080"/>
                  <a:pt x="3928779" y="605186"/>
                </a:cubicBezTo>
                <a:cubicBezTo>
                  <a:pt x="3961509" y="620292"/>
                  <a:pt x="3993609" y="637444"/>
                  <a:pt x="4025080" y="656641"/>
                </a:cubicBezTo>
                <a:cubicBezTo>
                  <a:pt x="4056551" y="675838"/>
                  <a:pt x="4084560" y="698812"/>
                  <a:pt x="4109108" y="725562"/>
                </a:cubicBezTo>
                <a:cubicBezTo>
                  <a:pt x="4133655" y="752312"/>
                  <a:pt x="4153482" y="783783"/>
                  <a:pt x="4168588" y="819975"/>
                </a:cubicBezTo>
                <a:cubicBezTo>
                  <a:pt x="4183694" y="856167"/>
                  <a:pt x="4191247" y="898810"/>
                  <a:pt x="4191247" y="947904"/>
                </a:cubicBezTo>
                <a:cubicBezTo>
                  <a:pt x="4191247" y="1012105"/>
                  <a:pt x="4179288" y="1068438"/>
                  <a:pt x="4155370" y="1116903"/>
                </a:cubicBezTo>
                <a:cubicBezTo>
                  <a:pt x="4131452" y="1165369"/>
                  <a:pt x="4099037" y="1205809"/>
                  <a:pt x="4058125" y="1238224"/>
                </a:cubicBezTo>
                <a:cubicBezTo>
                  <a:pt x="4017212" y="1270639"/>
                  <a:pt x="3969377" y="1295029"/>
                  <a:pt x="3914617" y="1311394"/>
                </a:cubicBezTo>
                <a:cubicBezTo>
                  <a:pt x="3859858" y="1327759"/>
                  <a:pt x="3801322" y="1335941"/>
                  <a:pt x="3739009" y="1335941"/>
                </a:cubicBezTo>
                <a:cubicBezTo>
                  <a:pt x="3696838" y="1335941"/>
                  <a:pt x="3657657" y="1332479"/>
                  <a:pt x="3621465" y="1325556"/>
                </a:cubicBezTo>
                <a:cubicBezTo>
                  <a:pt x="3585274" y="1318632"/>
                  <a:pt x="3553330" y="1310292"/>
                  <a:pt x="3525636" y="1300536"/>
                </a:cubicBezTo>
                <a:cubicBezTo>
                  <a:pt x="3497942" y="1290780"/>
                  <a:pt x="3474811" y="1280552"/>
                  <a:pt x="3456243" y="1269852"/>
                </a:cubicBezTo>
                <a:cubicBezTo>
                  <a:pt x="3437675" y="1259152"/>
                  <a:pt x="3424300" y="1249711"/>
                  <a:pt x="3416117" y="1241528"/>
                </a:cubicBezTo>
                <a:cubicBezTo>
                  <a:pt x="3407935" y="1233346"/>
                  <a:pt x="3402113" y="1221544"/>
                  <a:pt x="3398651" y="1206124"/>
                </a:cubicBezTo>
                <a:cubicBezTo>
                  <a:pt x="3395189" y="1190703"/>
                  <a:pt x="3393458" y="1168516"/>
                  <a:pt x="3393458" y="1139562"/>
                </a:cubicBezTo>
                <a:cubicBezTo>
                  <a:pt x="3393458" y="1120050"/>
                  <a:pt x="3394088" y="1103686"/>
                  <a:pt x="3395347" y="1090468"/>
                </a:cubicBezTo>
                <a:cubicBezTo>
                  <a:pt x="3396605" y="1077250"/>
                  <a:pt x="3398651" y="1066550"/>
                  <a:pt x="3401483" y="1058367"/>
                </a:cubicBezTo>
                <a:cubicBezTo>
                  <a:pt x="3404316" y="1050185"/>
                  <a:pt x="3408092" y="1044363"/>
                  <a:pt x="3412813" y="1040901"/>
                </a:cubicBezTo>
                <a:cubicBezTo>
                  <a:pt x="3417534" y="1037439"/>
                  <a:pt x="3423041" y="1035708"/>
                  <a:pt x="3429335" y="1035708"/>
                </a:cubicBezTo>
                <a:cubicBezTo>
                  <a:pt x="3438147" y="1035708"/>
                  <a:pt x="3450578" y="1040901"/>
                  <a:pt x="3466628" y="1051286"/>
                </a:cubicBezTo>
                <a:cubicBezTo>
                  <a:pt x="3482678" y="1061672"/>
                  <a:pt x="3503292" y="1073159"/>
                  <a:pt x="3528469" y="1085747"/>
                </a:cubicBezTo>
                <a:cubicBezTo>
                  <a:pt x="3553646" y="1098335"/>
                  <a:pt x="3583700" y="1109822"/>
                  <a:pt x="3618633" y="1120208"/>
                </a:cubicBezTo>
                <a:cubicBezTo>
                  <a:pt x="3653566" y="1130593"/>
                  <a:pt x="3694006" y="1135786"/>
                  <a:pt x="3739953" y="1135786"/>
                </a:cubicBezTo>
                <a:cubicBezTo>
                  <a:pt x="3770166" y="1135786"/>
                  <a:pt x="3797230" y="1132167"/>
                  <a:pt x="3821148" y="1124928"/>
                </a:cubicBezTo>
                <a:cubicBezTo>
                  <a:pt x="3845066" y="1117690"/>
                  <a:pt x="3865365" y="1107462"/>
                  <a:pt x="3882045" y="1094244"/>
                </a:cubicBezTo>
                <a:cubicBezTo>
                  <a:pt x="3898724" y="1081026"/>
                  <a:pt x="3911470" y="1064662"/>
                  <a:pt x="3920282" y="1045150"/>
                </a:cubicBezTo>
                <a:cubicBezTo>
                  <a:pt x="3929094" y="1025638"/>
                  <a:pt x="3933500" y="1003923"/>
                  <a:pt x="3933500" y="980005"/>
                </a:cubicBezTo>
                <a:cubicBezTo>
                  <a:pt x="3933500" y="952310"/>
                  <a:pt x="3925947" y="928550"/>
                  <a:pt x="3910841" y="908723"/>
                </a:cubicBezTo>
                <a:cubicBezTo>
                  <a:pt x="3895735" y="888896"/>
                  <a:pt x="3876065" y="871273"/>
                  <a:pt x="3851833" y="855852"/>
                </a:cubicBezTo>
                <a:cubicBezTo>
                  <a:pt x="3827600" y="840431"/>
                  <a:pt x="3800063" y="825954"/>
                  <a:pt x="3769221" y="812422"/>
                </a:cubicBezTo>
                <a:cubicBezTo>
                  <a:pt x="3738380" y="798890"/>
                  <a:pt x="3706594" y="784570"/>
                  <a:pt x="3673864" y="769464"/>
                </a:cubicBezTo>
                <a:cubicBezTo>
                  <a:pt x="3641134" y="754358"/>
                  <a:pt x="3609349" y="737206"/>
                  <a:pt x="3578507" y="718009"/>
                </a:cubicBezTo>
                <a:cubicBezTo>
                  <a:pt x="3547666" y="698812"/>
                  <a:pt x="3520129" y="675838"/>
                  <a:pt x="3495896" y="649088"/>
                </a:cubicBezTo>
                <a:cubicBezTo>
                  <a:pt x="3471663" y="622338"/>
                  <a:pt x="3451994" y="590709"/>
                  <a:pt x="3436888" y="554203"/>
                </a:cubicBezTo>
                <a:cubicBezTo>
                  <a:pt x="3421782" y="517696"/>
                  <a:pt x="3414229" y="473952"/>
                  <a:pt x="3414229" y="422969"/>
                </a:cubicBezTo>
                <a:cubicBezTo>
                  <a:pt x="3414229" y="364433"/>
                  <a:pt x="3425087" y="312978"/>
                  <a:pt x="3446802" y="268604"/>
                </a:cubicBezTo>
                <a:cubicBezTo>
                  <a:pt x="3468516" y="224230"/>
                  <a:pt x="3497784" y="187409"/>
                  <a:pt x="3534605" y="158141"/>
                </a:cubicBezTo>
                <a:cubicBezTo>
                  <a:pt x="3571426" y="128873"/>
                  <a:pt x="3614856" y="107001"/>
                  <a:pt x="3664895" y="92524"/>
                </a:cubicBezTo>
                <a:cubicBezTo>
                  <a:pt x="3714934" y="78047"/>
                  <a:pt x="3767962" y="70809"/>
                  <a:pt x="3823981" y="70809"/>
                </a:cubicBezTo>
                <a:close/>
                <a:moveTo>
                  <a:pt x="6001717" y="32100"/>
                </a:moveTo>
                <a:cubicBezTo>
                  <a:pt x="6054589" y="32100"/>
                  <a:pt x="6090465" y="41069"/>
                  <a:pt x="6109348" y="59008"/>
                </a:cubicBezTo>
                <a:cubicBezTo>
                  <a:pt x="6128231" y="76946"/>
                  <a:pt x="6137671" y="108889"/>
                  <a:pt x="6137671" y="154836"/>
                </a:cubicBezTo>
                <a:cubicBezTo>
                  <a:pt x="6137671" y="202672"/>
                  <a:pt x="6127915" y="235717"/>
                  <a:pt x="6108404" y="253970"/>
                </a:cubicBezTo>
                <a:cubicBezTo>
                  <a:pt x="6088892" y="272223"/>
                  <a:pt x="6052700" y="281350"/>
                  <a:pt x="5999829" y="281350"/>
                </a:cubicBezTo>
                <a:cubicBezTo>
                  <a:pt x="5946329" y="281350"/>
                  <a:pt x="5910294" y="272538"/>
                  <a:pt x="5891727" y="254914"/>
                </a:cubicBezTo>
                <a:cubicBezTo>
                  <a:pt x="5873159" y="237290"/>
                  <a:pt x="5863875" y="205505"/>
                  <a:pt x="5863875" y="159557"/>
                </a:cubicBezTo>
                <a:cubicBezTo>
                  <a:pt x="5863875" y="111722"/>
                  <a:pt x="5873473" y="78519"/>
                  <a:pt x="5892671" y="59952"/>
                </a:cubicBezTo>
                <a:cubicBezTo>
                  <a:pt x="5911868" y="41384"/>
                  <a:pt x="5948217" y="32100"/>
                  <a:pt x="6001717" y="32100"/>
                </a:cubicBezTo>
                <a:close/>
                <a:moveTo>
                  <a:pt x="3096593" y="32100"/>
                </a:moveTo>
                <a:cubicBezTo>
                  <a:pt x="3149464" y="32100"/>
                  <a:pt x="3185341" y="41069"/>
                  <a:pt x="3204223" y="59008"/>
                </a:cubicBezTo>
                <a:cubicBezTo>
                  <a:pt x="3223106" y="76946"/>
                  <a:pt x="3232547" y="108889"/>
                  <a:pt x="3232547" y="154836"/>
                </a:cubicBezTo>
                <a:cubicBezTo>
                  <a:pt x="3232547" y="202672"/>
                  <a:pt x="3222791" y="235717"/>
                  <a:pt x="3203279" y="253970"/>
                </a:cubicBezTo>
                <a:cubicBezTo>
                  <a:pt x="3183767" y="272223"/>
                  <a:pt x="3147576" y="281350"/>
                  <a:pt x="3094704" y="281350"/>
                </a:cubicBezTo>
                <a:cubicBezTo>
                  <a:pt x="3041204" y="281350"/>
                  <a:pt x="3005169" y="272538"/>
                  <a:pt x="2986602" y="254914"/>
                </a:cubicBezTo>
                <a:cubicBezTo>
                  <a:pt x="2968034" y="237290"/>
                  <a:pt x="2958750" y="205505"/>
                  <a:pt x="2958750" y="159557"/>
                </a:cubicBezTo>
                <a:cubicBezTo>
                  <a:pt x="2958750" y="111722"/>
                  <a:pt x="2968348" y="78519"/>
                  <a:pt x="2987546" y="59952"/>
                </a:cubicBezTo>
                <a:cubicBezTo>
                  <a:pt x="3006743" y="41384"/>
                  <a:pt x="3043092" y="32100"/>
                  <a:pt x="3096593" y="32100"/>
                </a:cubicBezTo>
                <a:close/>
                <a:moveTo>
                  <a:pt x="5524523" y="0"/>
                </a:moveTo>
                <a:cubicBezTo>
                  <a:pt x="5547811" y="0"/>
                  <a:pt x="5567009" y="944"/>
                  <a:pt x="5582115" y="2832"/>
                </a:cubicBezTo>
                <a:cubicBezTo>
                  <a:pt x="5597221" y="4720"/>
                  <a:pt x="5609337" y="7395"/>
                  <a:pt x="5618464" y="10857"/>
                </a:cubicBezTo>
                <a:cubicBezTo>
                  <a:pt x="5627590" y="14319"/>
                  <a:pt x="5634042" y="18567"/>
                  <a:pt x="5637819" y="23603"/>
                </a:cubicBezTo>
                <a:cubicBezTo>
                  <a:pt x="5641595" y="28638"/>
                  <a:pt x="5643483" y="34303"/>
                  <a:pt x="5643483" y="40597"/>
                </a:cubicBezTo>
                <a:lnTo>
                  <a:pt x="5643483" y="1282126"/>
                </a:lnTo>
                <a:cubicBezTo>
                  <a:pt x="5643483" y="1288420"/>
                  <a:pt x="5641595" y="1293927"/>
                  <a:pt x="5637819" y="1298648"/>
                </a:cubicBezTo>
                <a:cubicBezTo>
                  <a:pt x="5634042" y="1303369"/>
                  <a:pt x="5627590" y="1307303"/>
                  <a:pt x="5618464" y="1310450"/>
                </a:cubicBezTo>
                <a:cubicBezTo>
                  <a:pt x="5609337" y="1313597"/>
                  <a:pt x="5597221" y="1315957"/>
                  <a:pt x="5582115" y="1317531"/>
                </a:cubicBezTo>
                <a:cubicBezTo>
                  <a:pt x="5567009" y="1319104"/>
                  <a:pt x="5547811" y="1319891"/>
                  <a:pt x="5524523" y="1319891"/>
                </a:cubicBezTo>
                <a:cubicBezTo>
                  <a:pt x="5501235" y="1319891"/>
                  <a:pt x="5482038" y="1319104"/>
                  <a:pt x="5466932" y="1317531"/>
                </a:cubicBezTo>
                <a:cubicBezTo>
                  <a:pt x="5451825" y="1315957"/>
                  <a:pt x="5439709" y="1313597"/>
                  <a:pt x="5430583" y="1310450"/>
                </a:cubicBezTo>
                <a:cubicBezTo>
                  <a:pt x="5421456" y="1307303"/>
                  <a:pt x="5415004" y="1303369"/>
                  <a:pt x="5411228" y="1298648"/>
                </a:cubicBezTo>
                <a:cubicBezTo>
                  <a:pt x="5407451" y="1293927"/>
                  <a:pt x="5405563" y="1288420"/>
                  <a:pt x="5405563" y="1282126"/>
                </a:cubicBezTo>
                <a:lnTo>
                  <a:pt x="5405563" y="40597"/>
                </a:lnTo>
                <a:cubicBezTo>
                  <a:pt x="5405563" y="34303"/>
                  <a:pt x="5407451" y="28638"/>
                  <a:pt x="5411228" y="23603"/>
                </a:cubicBezTo>
                <a:cubicBezTo>
                  <a:pt x="5415004" y="18567"/>
                  <a:pt x="5421456" y="14319"/>
                  <a:pt x="5430583" y="10857"/>
                </a:cubicBezTo>
                <a:cubicBezTo>
                  <a:pt x="5439709" y="7395"/>
                  <a:pt x="5451825" y="4720"/>
                  <a:pt x="5466932" y="2832"/>
                </a:cubicBezTo>
                <a:cubicBezTo>
                  <a:pt x="5482038" y="944"/>
                  <a:pt x="5501235" y="0"/>
                  <a:pt x="552452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25174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Title Lorem Ipsum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53055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399</TotalTime>
  <Words>85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Title Lorem Ipsum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Shantanu Pawar</dc:creator>
  <cp:lastModifiedBy>Shantanu Pawar</cp:lastModifiedBy>
  <cp:revision>4</cp:revision>
  <dcterms:created xsi:type="dcterms:W3CDTF">2025-06-26T17:34:09Z</dcterms:created>
  <dcterms:modified xsi:type="dcterms:W3CDTF">2025-06-29T18:54:14Z</dcterms:modified>
</cp:coreProperties>
</file>